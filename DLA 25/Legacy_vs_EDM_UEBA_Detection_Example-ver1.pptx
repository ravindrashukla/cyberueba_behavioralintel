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</c:v>
                </c:pt>
              </c:strCache>
            </c:strRef>
          </c:tx>
          <c:spPr>
            <a:solidFill>
              <a:srgbClr val="1F5E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Attacks caught (of 4)</c:v>
                </c:pt>
                <c:pt idx="1">
                  <c:v>Stealth attacks missed</c:v>
                </c:pt>
                <c:pt idx="2">
                  <c:v>Normal users false-flagged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4</c:v>
                </c:pt>
                <c:pt idx="2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8-46B6-94B7-1600E80AC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EDM Vector Intelligence</c:v>
                </c:pt>
              </c:strCache>
            </c:strRef>
          </c:tx>
          <c:spPr>
            <a:solidFill>
              <a:srgbClr val="1184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Attacks caught (of 4)</c:v>
                </c:pt>
                <c:pt idx="1">
                  <c:v>Stealth attacks missed</c:v>
                </c:pt>
                <c:pt idx="2">
                  <c:v>Normal users false-flagged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8-46B6-94B7-1600E80AC4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A75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18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Legacy detection: a transparent single-user baseline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Useful and explainable — yet it only sees this user’s own activity against a fixed threshold.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2004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one user, fixed 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This user’s sign-in history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90-day window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Static alert thresholds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76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65676" y="1572768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4276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4276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count, threshold, flag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76" y="24414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8868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5756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Failed-login counters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94276" y="30083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8868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5756" y="3008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Signature / rule match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276" y="357530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58868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5756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Fixed anomaly thresholds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4276" y="41422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8868" y="4315968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5756" y="4142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Point-anomaly scoring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439912" y="1572768"/>
            <a:ext cx="3294583" cy="3520440"/>
          </a:xfrm>
          <a:prstGeom prst="roundRect">
            <a:avLst>
              <a:gd name="adj" fmla="val 1943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77393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68512" y="2066544"/>
            <a:ext cx="283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an alert, or silence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2487168"/>
            <a:ext cx="28373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DCE6F4"/>
                </a:solidFill>
                <a:latin typeface="Aptos"/>
              </a:rPr>
              <a:t>Per-user rule hits</a:t>
            </a:r>
            <a:endParaRPr lang="en-US" sz="1200" dirty="0"/>
          </a:p>
          <a:p>
            <a:pPr/>
            <a:r>
              <a:rPr sz="1200">
                <a:solidFill>
                  <a:srgbClr val="DCE6F4"/>
                </a:solidFill>
                <a:latin typeface="Aptos"/>
              </a:rPr>
              <a:t>Binary alert / no-alert</a:t>
            </a:r>
          </a:p>
        </p:txBody>
      </p:sp>
      <p:sp>
        <p:nvSpPr>
          <p:cNvPr id="38" name="Text 36"/>
          <p:cNvSpPr/>
          <p:nvPr/>
        </p:nvSpPr>
        <p:spPr>
          <a:xfrm>
            <a:off x="8668512" y="4453128"/>
            <a:ext cx="2837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F36C21"/>
                </a:solidFill>
                <a:latin typeface="Aptos"/>
              </a:rPr>
              <a:t>4 STEALTH ATTACKS · 0 of 4 flagged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BEDE6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2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limits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D2430"/>
                </a:solidFill>
                <a:latin typeface="Aptos"/>
              </a:rPr>
              <a:t>No peer/cohort context   ·   slow attacks stay under thresholds   ·   thresholds are fixed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Same logs, re-imagined as living behavioral entities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The identical records become connected, time-aware entities — ready for GenAI-grade detection.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926080" cy="352044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data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Same sign-in &amp; access logs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Network &amp; endpoint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User &amp; device context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83864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945636" y="1572768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74236" y="1773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BEHAVIORAL TWIN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74236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re-imagine the data 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74236" y="24688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57116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tracked over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74236" y="3072384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57116" y="3072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Learns from peers (its cohort)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74236" y="3675888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57116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drift — where it’s heading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74236" y="4279392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57116" y="4279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Matches known-bad profiles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8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8805672" y="1572768"/>
            <a:ext cx="2928823" cy="352044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34272" y="1773936"/>
            <a:ext cx="2471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18484"/>
                </a:solidFill>
                <a:latin typeface="Aptos"/>
              </a:rPr>
              <a:t>DETECTION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34272" y="2066544"/>
            <a:ext cx="2471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forward-looking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34272" y="2441448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98864" y="2615184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45752" y="2441448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Behavioral risk model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034272" y="3008376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198864" y="3182112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45752" y="3008376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+ cohort drift signal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34272" y="3575304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98864" y="3749040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445752" y="3575304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Calibrated, evidence-backed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34272" y="4142232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198864" y="4315968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45752" y="4142232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Catches low-and-slow attacks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1D2430"/>
                </a:solidFill>
                <a:latin typeface="Aptos"/>
              </a:rPr>
              <a:t>Same data, a richer model — it captures what a user HAS done plus where they’re HEADING.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difference: same data, a calibrated result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On the same logs, Vector Intelligence catches all 4 stealth attacks — earlier warning, fewer false alarms.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612648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02A4C"/>
                </a:solidFill>
                <a:latin typeface="Aptos"/>
              </a:rPr>
              <a:t>Detection on the same logs — Legacy vs EDM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2130552"/>
          <a:ext cx="58064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858000" y="1627632"/>
            <a:ext cx="4876495" cy="1554480"/>
          </a:xfrm>
          <a:prstGeom prst="roundRect">
            <a:avLst>
              <a:gd name="adj" fmla="val 4706"/>
            </a:avLst>
          </a:prstGeom>
          <a:solidFill>
            <a:srgbClr val="102A4C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32320" y="182880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4000" b="1">
                <a:solidFill>
                  <a:srgbClr val="F36C21"/>
                </a:solidFill>
                <a:latin typeface="Aptos"/>
              </a:rPr>
              <a:t>0 → 4 of 4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132320" y="2496312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300">
                <a:solidFill>
                  <a:srgbClr val="DCE6F4"/>
                </a:solidFill>
                <a:latin typeface="Aptos"/>
              </a:rPr>
              <a:t>stealth attacks caught that legacy scored as normal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3346704"/>
            <a:ext cx="48764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059168" y="3657600"/>
            <a:ext cx="164592" cy="16459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33488" y="3456432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Sees the trajectory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333488" y="3730752"/>
            <a:ext cx="4218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E6A75"/>
                </a:solidFill>
                <a:latin typeface="Aptos"/>
              </a:rPr>
              <a:t>Catches a slow breach before any single rule trips.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0" y="4242816"/>
            <a:ext cx="48764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59168" y="4553712"/>
            <a:ext cx="164592" cy="16459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33488" y="4352544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02A4C"/>
                </a:solidFill>
                <a:latin typeface="Aptos"/>
              </a:rPr>
              <a:t>Right-sized alerts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333488" y="4626864"/>
            <a:ext cx="4218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E6A75"/>
                </a:solidFill>
                <a:latin typeface="Aptos"/>
              </a:rPr>
              <a:t>39 legacy false alarms → 0 on the profile match.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0" y="5138928"/>
            <a:ext cx="48764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059168" y="5449824"/>
            <a:ext cx="164592" cy="164592"/>
          </a:xfrm>
          <a:prstGeom prst="ellipse">
            <a:avLst/>
          </a:prstGeom>
          <a:solidFill>
            <a:srgbClr val="F36C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33488" y="5248656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drivers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333488" y="5522976"/>
            <a:ext cx="4218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E6A75"/>
                </a:solidFill>
                <a:latin typeface="Aptos"/>
              </a:rPr>
              <a:t>Shows which behavior fired — cohort, drift, known-bad profile.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i="1">
                <a:solidFill>
                  <a:srgbClr val="5E6A75"/>
                </a:solidFill>
                <a:latin typeface="Aptos"/>
              </a:rPr>
              <a:t>Synthetic / representative demo data — to be revalidated on customer SOC data before production claims.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348</Words>
  <Application>Microsoft Office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vs EDM Demand Forecast</dc:title>
  <dc:subject>PptxGenJS Presentation</dc:subject>
  <dc:creator>22nd Century Technologies</dc:creator>
  <cp:lastModifiedBy>Ravindra Shukla</cp:lastModifiedBy>
  <cp:revision>1</cp:revision>
  <dcterms:created xsi:type="dcterms:W3CDTF">2026-06-13T21:16:26Z</dcterms:created>
  <dcterms:modified xsi:type="dcterms:W3CDTF">2026-06-14T02:18:13Z</dcterms:modified>
</cp:coreProperties>
</file>