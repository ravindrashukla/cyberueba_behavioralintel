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Cyber Defense + Behavioral Trajectory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 Two-Layer Answer for Critical-Infrastructure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0B0"/>
                </a:solidFill>
                <a:latin typeface="Calibri"/>
              </a:defRPr>
            </a:pPr>
            <a:r>
              <a:t>Prepared for discussion with Brandon Pugh  ·  R Street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22nd Century Technologies Inc. (TSCTI)  ·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Two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12471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5546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VALIDATION — BLIND DETECTION TEST, 250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Against four stealth campaigns (insider, slow APT, Volt Typhoon LoTL, Salt Typhoon telecom): traditional SIEM caught 0 of 4; z-score caught 1 of 4; V-Intelligence + composite scoring caught 4 of 4 at 8.5% false-positive. Salt Typhoon (max z-score 1.71 — invisible to thresholds) ranked #1 of 250.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Shared MITRE vocabulary + single entity model = a system, not a bundle. Zero gaps between prevention and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Preemptive Defense Closes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Prove every known attack path is blocked — before any traffic flows. Three intelligence pillars, one formal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606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6B1F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Ingests terabytes of CVE, CTI, IOC/IOA feeds and advisories. ML + NLP + LLMs build deep, MITRE ATT&amp;CK-enriched attack graphs of every campaign that matters — auto-updating on each new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2606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891B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symbolic model of computation of every firewall, IdP, IPS, SASE and WAF. Reasons exhaustively over the full configuration state space — no sampling. Pinpoints shadows, conflicts, weak rules and intent errors across vendors.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2606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guardrailed agentic-AI reasoner, grounded in each vendor's behavior, prescribes precise, risk-prioritized fixes — no new errors, no business disruption. Findings reviewed, then applied and continuously re-verified.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46304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WHY A MODEL — NOT A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multi-vendor firewall path spans an astronomically large configuration state space (≫2^8000). Sampling a billion paths per second for a year covers effectively 0%. A formal model instead PROVES, for every threat: does any rule combination allow this traffic? Complete coverage — no false positives, no false negatives.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telemetry  ·  No agents  ·  Config-only pull  ·  Time-to-value &lt; 2 weeks  ·  SaaS / on-prem / air-gapped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Gartner: 99% of firewall breaches are misconfiguration. Preemptive verification eliminates that surface mathematically.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Coverage, Proof, and Federal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formal model answers many questions — and finds what sampling tools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WHAT FORMAL VERIFICATION FINDS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SMB lateral-movement path shadowed by three interspersed rules — IPS / AntiVirus silently bypassed.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Two-vendor blind spot: PAN and Fortinet both allowed update traffic with no IPS inspection — an open RCE path.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Unsanctioned-app rule partially shadowed and built on an incomplete object — credential and IP exposure.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~25% of internet-facing rules carried weak or no threat inspection — proven reachable into trusted zones.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SMTP trusted→untrusted with no inspection profile — a NIST 800-53 SC-7 compliance gap, remediated same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ONE FORMAL MODEL → NINE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Security posture — segmentation &amp; inspection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External attack surface — ASM compliance, formally extended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3230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Change management — does the change meet its intent?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Configuration drift — vs. an approved golden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5409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Vendor migration — pre/post security posture equivalence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649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Business / regulatory / infosec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Complete preemptive defense — full TTP coverage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867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Third-party / supply-chain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Precision cyber insurance — exact risk, not heuristics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118872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9C0C8"/>
                </a:solidFill>
                <a:latin typeface="Calibri"/>
              </a:defRPr>
            </a:pPr>
            <a:r>
              <a:t>FEDERAL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Maps to NIST CSF pre-attack functions (Govern · Identify · Protect), supports CISA CDM continuous assurance, and enables Policy-as-Code. Gartner projects preemptive cyber rising from &lt;5% of security spend in 2024 to 50% by 2030.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Preemptive shrinks the attack surface to what is provably reachable. V-Intelligence then watches what remains.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Behavioral Meaning Beats Scalar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same number can mean two completely different things. Embeddings see the difference; counters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4160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160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TRADITIONAL TOOLS COUNT — THEY DO NOT COMPREHEND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Two users each touch 47 files this week. One reads their own team's documents; the other scans 12 departments at 2 a.m. A scalar feature sees the same number — 47. The attacker is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EVERY TRADITIONAL METHOD HAS A FATAL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misses slow drift within normal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high false positives in high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Local Outlier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69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sensitive to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Z-Score (|z|&gt;3)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only catches single-feature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Feature CUSUM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flags everyone; no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5349240" cy="4160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91440" cy="4160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V-INTELLIGENCE READS BEHAVIOR AS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47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1.  Serialize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39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Raw metrics become prose: "USR-042 accessed 47 restricted files across 12 departments, 68% outside normal hours."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79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2. 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Text → a 1,536-dimensional vector that captures behavioral semantics, not just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3.  Five behavioral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Identity · Access Pattern · Data Behavior · Network Footprint · Risk Posture.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4. 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Cosine distance between consecutive weekly embeddings = the direction of behavioral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Scalar features see the same number. Embeddings see different meaning — that is the whole difference between 0/4 and 4/4.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#24, Salt Typhoon #1 — all at 8.5%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Stealth Campaigns, Four Different Tells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 single method catches them all. Composite scoring catches each on the phase that exposes it — 250 entities,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14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Insider Threat · 8-month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Rank #2 /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Signal Strength 30 + Breadth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Strong, broad, sustained escalation across many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91440" cy="2514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Slow APT · 180-day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Rank #7 /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Novelty Persistence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Low magnitude, but novel C2 destinations recur week after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371600"/>
            <a:ext cx="91440" cy="25146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Volt Typhoon LoTL · 115-day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2A"/>
                </a:solidFill>
                <a:latin typeface="Calibri"/>
              </a:defRPr>
            </a:pPr>
            <a:r>
              <a:t>Rank #24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Breadth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creates breadth, not magnitude.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91440" cy="2514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Salt Typhoon Telecom · 100-day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Rank #1 / 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Sustained 9.6 + Context 7.9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Max z-score 1.71 — invisible to thresholds — ranked #1 of 250.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486400" cy="1417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91440" cy="1417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7A44"/>
                </a:solidFill>
                <a:latin typeface="Calibri"/>
              </a:defRPr>
            </a:pPr>
            <a:r>
              <a:t>THE DISCRIMINATION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622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Normal users — average composite 6.6, max 21.5.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Attackers — lowest 13.7, average 32.7.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gap between the strongest normal user and the weakest attacker is clean separation no single method achieves.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69080"/>
            <a:ext cx="5577840" cy="1417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91440" cy="1417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TIME-TO-DETECT — INSIDER (USR-156)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6227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Isolation Forest / SVM / LOF / Z-Score:  NEVER ALERT.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V-Intelligence + composite:  flags in Week 8 — before data-access escalation.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Direction tracked: baseline → off-hours access → cross-dept scope creep → data staging + exfiltration.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4 / 4 detected at 8.5% false-positive — versus 0 / 4 traditional and 1 / 4 z-score. Earlier detection = smaller blast radius.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Open to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8.5% FP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Preemptive closes the door. V-Intelligence watches the room. Together: detect behavioral shifts hours before IOCs fire — explain what is happening, act proportionally.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A8C0"/>
                </a:solidFill>
                <a:latin typeface="Calibri"/>
              </a:defRPr>
            </a:pPr>
            <a:r>
              <a:t>22nd Century Technologies Inc.  ·  Contact: ravindra.shukla@gmail.com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