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12801600"/>
  <p:notesSz cx="128016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USDA’s farm-to-table supply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is national security — a single compromised vendor can cascade into supply disruption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view. Gaps everywhere.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8745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(OT)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6974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vendors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contractors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5F5"/>
          </a:solidFill>
          <a:ln w="9525">
            <a:solidFill>
              <a:srgbClr val="E24B4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(siloed, no unified posture view)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agents on OT endpoints or vendor routers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access paths never formally verified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IT/OT boundary not mathematically proven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Inter-agency trust gaps invisible to CISO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Paper compliance ≠ actual 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preemptive 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proven. Single source of truth.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mathematical verification layer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237744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237744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54880" y="265176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Farms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65176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(OT)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Distributors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4747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 vendors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contractors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2971800"/>
            <a:ext cx="27432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794760"/>
            <a:ext cx="274320" cy="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00700" y="3291840"/>
            <a:ext cx="0" cy="18288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66660" y="3291840"/>
            <a:ext cx="0" cy="18288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00700" y="411480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66660" y="411480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754880" y="43434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389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(unified, formally verified posture)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52578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Agentless — works from config metadata only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vendor access path mathematically proven safe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IT/OT boundary formally verified (no lateral movement)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CISO dashboard across all 29 agencies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Mathematical proof replaces paper compliance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6583680"/>
            <a:ext cx="82296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68122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858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monitor your supply chain. We mathematically prove that vendor portals, inter-agency connections, and IT/OT boundaries are perfectly segmented — so a breach at one facility cannot cascade into national food supply disruption.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7726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tools fail in supply chains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7200" y="8183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8275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agents on OT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" y="8549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install CrowdStrike on a dairy plant’s PLC, a logistics router, or a third-party vendor’s edge device. EDR is structurally impossible here.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91840" y="8183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8275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blind spot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429000" y="8549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external entities need portal or API access. A breach in a small refrigeration logistics company can pivot directly into USDA’s core network.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26480" y="818388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8275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≠ proof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63640" y="8549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 management relies on vendors filling out security questionnaires. A checked box does not mean the firewall is correctly configured. Only formal math can prove that.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9875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Precedent: The 2021 JBS meatpacking ransomware attack shut down 20% of U.S. beef processing capacity — the exact scenario formal verification prevents.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protect the USDA supply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formally verified protection mechanisms — none requiring endpoint agents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grant access to 100,000+ independent distributors without risking the core network? A compromised vendor can pivot laterally.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ingest configs of all VPNs, API gateways, and edge firewalls. Formal math proves vendor portals have zero network paths to core databases.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access guaranteed by construction, not policy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344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37160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Cross-agency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agencies operate in silos. The CISO has no way to see if a misconfiguration in one agency exposes another agency to attack.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extract config metadata across all 29 agencies and build a single unified mathematical model. Shows inter-agency trust gaps deterministically.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31546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CISO dashboard with mathematically proven posture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IT/OT convergence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Cyber-attacks on food processing facilities happen when IT networks are bridged improperly to physical OT networks (e.g., JBS 2021 ransomware).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formally verify network segmentation between IT environments and physical OT environments across the supply chain.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8978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943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ransomware cannot cross the boundary to OT systems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9776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4114800"/>
            <a:ext cx="365760" cy="3657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EASM (inside-out)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EASM scans from outside (jiggling doorknobs). They miss hidden, dormant, or IP-restricted ports. Incomplete by design.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7492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from the inside out by analyzing actual firewall configs. Symbolically calculates every exposed port, protocol, and IP — including complex routing.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74920" y="58978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5943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external attack surface visibility, zero false negatives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6675120"/>
            <a:ext cx="82296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6858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6931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by design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7223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from config metadata only. No endpoint agents. The only way to secure a fragmented ecosystem where you don’t own the endpoints.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6858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6931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over checklists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29000" y="7223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paper vendor questionnaires with formal verification. A checked box doesn’t mean the firewall is correct. A mathematical proof does.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68580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6931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Preemptive resilience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63640" y="7223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that onboarding new suppliers or modernizing agencies doesn’t accidentally introduce catastrophic vulnerabilities into the food supply.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1225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B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22nd Century Technologies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USDA SCM Preemptive Cybersecurity</dc:title>
  <dc:subject>PptxGenJS Presentation</dc:subject>
  <dc:creator>PptxGenJS</dc:creator>
  <cp:lastModifiedBy>PptxGenJS</cp:lastModifiedBy>
  <cp:revision>1</cp:revision>
  <dcterms:created xsi:type="dcterms:W3CDTF">2026-04-17T15:57:23Z</dcterms:created>
  <dcterms:modified xsi:type="dcterms:W3CDTF">2026-04-17T15:57:23Z</dcterms:modified>
</cp:coreProperties>
</file>