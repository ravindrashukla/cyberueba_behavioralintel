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0"/>
    <p:sldId id="260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1F5E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</c:v>
                </c:pt>
                <c:pt idx="1">
                  <c:v>540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8-46B6-94B7-1600E80A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EDM Vector Intelligence</c:v>
                </c:pt>
              </c:strCache>
            </c:strRef>
          </c:tx>
          <c:spPr>
            <a:solidFill>
              <a:srgbClr val="1184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143</c:v>
                </c:pt>
                <c:pt idx="1">
                  <c:v>228</c:v>
                </c:pt>
                <c:pt idx="2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8-46B6-94B7-1600E80AC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A7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four stealth attacks. Three tools, three verdicts.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Inside authorized access, the most dangerous threats never trip a threshold — so most tools miss them, or bury the signal in false alarms.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TRADITIONAL SIEM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point-anomaly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Isolation Forest / SVM / LOF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Scores each user vs a threshold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0 of 4 caught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INTERMEDIATE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statistical z-score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Flags the biggest outliers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1 of 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…and alarms on nearly everyone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no threat context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V-INTELLIGENCE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behavioral entities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Cohort + drift + known-bad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fused into one ranked score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Why it matters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The tools most agencies run today see all four attackers as normal employees. V-Intelligence catches every one — and names why.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logs, read as living behavioral entities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No new data. The identical security logs become connected, time-aware entities that reveal where a user is heading — not just what crossed a line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SAME 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Sign-in &amp; access logs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Network &amp; endpoint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User &amp; device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same logs, in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Tracked over time (drift)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Compared to its cohort (peers)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Matched to known-bad profiles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Explained in plain language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18484"/>
                </a:solidFill>
                <a:latin typeface="Aptos"/>
              </a:rPr>
              <a:t>DETECTION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ranked verdict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Behavioral risk score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+ named technique evidence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Calibrated, auditable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low-and-slow attacks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1D2430"/>
                </a:solidFill>
                <a:latin typeface="Aptos"/>
              </a:rPr>
              <a:t>Same data, a richer model — it captures what a user HAS done plus where they’re HEADING.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On any given day, the attacker looks normal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Two lenses read the same logs: raw numbers catch the noisy attack first; the AI “meaning” lens catches the subtle ones ~30 weeks sooner. The stealth APT hides from both on drift alone — which is why we fuse multiple fronts.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3</a:t>
            </a:r>
            <a:endParaRPr lang="en-US" sz="1000" dirty="0"/>
          </a:p>
        </p:txBody>
      </p:sp>
      <p:pic>
        <p:nvPicPr>
          <p:cNvPr id="26" name="Picture 25" descr="feature_cus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72768"/>
            <a:ext cx="5440680" cy="3400425"/>
          </a:xfrm>
          <a:prstGeom prst="rect">
            <a:avLst/>
          </a:prstGeom>
        </p:spPr>
      </p:pic>
      <p:pic>
        <p:nvPicPr>
          <p:cNvPr id="27" name="Picture 26" descr="embedding_cus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572768"/>
            <a:ext cx="5440680" cy="34004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50292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2A4C"/>
                </a:solidFill>
              </a:rPr>
              <a:t>First clear detection (★):   USR-118 wk 36   ·   USR-156 wk 4   ·   USR-042 wk 15   ·   USR-234 — caught by known-bad profile, not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132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Each lens has a blind spot. Running them together — plus the cohort and known-bad fronts — is what catches all four.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No normal user is extreme on every front at once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Each attacker pushes past the normal cluster on a different behavioral phase. That multi-phase extremity is the fingerprint a single threshold can’t see.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4</a:t>
            </a:r>
            <a:endParaRPr lang="en-US" sz="1000" dirty="0"/>
          </a:p>
        </p:txBody>
      </p:sp>
      <p:pic>
        <p:nvPicPr>
          <p:cNvPr id="26" name="Picture 25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754880" cy="41709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160020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D2430"/>
                </a:solidFill>
              </a:rPr>
              <a:t>Grey = normal users (median &amp; 75th percentile): a tight cluster near the center.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The five behavioral phases: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Signal Strength — how far behavior departs from peers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Breadth — how many behaviors shifted at once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Sustained Deviation — how long the shift persisted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Context Divergence — how unlike its role-group it became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Novelty Persistence — new connections (e.g., C2) that keep recurring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02A4C"/>
                </a:solidFill>
              </a:rPr>
              <a:t>USR-156 dominates Signal Strength &amp; Breadth; USR-234 spikes on Novelty Persistence (its C2 beacon). No normal user reaches these extremes on multiple phases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Every attack caught — with the cost stated honestly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Fused into one score, all four campaigns rank above the line that catches all four. A complementary known-bad detector catches the same four at zero false positives.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5</a:t>
            </a:r>
            <a:endParaRPr lang="en-US" sz="1000" dirty="0"/>
          </a:p>
        </p:txBody>
      </p:sp>
      <p:pic>
        <p:nvPicPr>
          <p:cNvPr id="26" name="Picture 25" descr="composit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6126480" cy="3675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1228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36C21"/>
                </a:solidFill>
              </a:rPr>
              <a:t>0 → 4 of 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430"/>
                </a:solidFill>
              </a:rPr>
              <a:t>stealth attacks caught that legacy scored as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Known-bad profiles: 4 of 4 at 0 false positives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Composite ranking: 4 of 4 at ~8% false positives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Subtle attacks flagged up to ~30 weeks earlier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Every alert names the behavior that fired — auditable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What this enables for the mission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From a daily flood of alerts to one ranked, explainable verdict — on the logs you already collect.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6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" y="16916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Triage by risk — one risk-ranked list of entities, not thousands of threshold alerts.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Explainable verdicts — every flag names the behavior, mapped to MITRE ATT&amp;CK.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Slow-and-low coverage — catches insiders and APTs that stay inside every threshold for months.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Deployable where you operate — containerized; runs on-premises or in an enclave.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36C21"/>
                </a:solidFill>
              </a:rPr>
              <a:t>Bottom line: catch what rules miss, before it becomes a breach — with evidence a SOC analyst and an auditor can both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vs EDM Demand Forecast</dc:title>
  <dc:subject>PptxGenJS Presentation</dc:subject>
  <dc:creator>22nd Century Technologies</dc:creator>
  <cp:lastModifiedBy>Ravindra Shukla</cp:lastModifiedBy>
  <cp:revision>1</cp:revision>
  <dcterms:created xsi:type="dcterms:W3CDTF">2026-06-13T21:16:26Z</dcterms:created>
  <dcterms:modified xsi:type="dcterms:W3CDTF">2026-06-14T02:18:13Z</dcterms:modified>
</cp:coreProperties>
</file>