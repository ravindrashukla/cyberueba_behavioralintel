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Detecting the Undetectable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28600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C8E0"/>
                </a:solidFill>
                <a:latin typeface="Calibri"/>
              </a:defRPr>
            </a:pPr>
            <a:r>
              <a:t>How Nation-State Attackers Operate Undetected for Years</a:t>
            </a:r>
            <a:br/>
            <a:r>
              <a:t>Inside Critical Infrastructure — and How AI Changes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V-Intelligence UEBA: The Behavioral Digital Twin for Cyber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Threat Landscape Has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Nation-state attackers no longer break in — they blend in. They use legitimate credentials, standard protocols, and built-in system tools. They look exactly like your employees.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2468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  <a:latin typeface="Calibri"/>
              </a:defRPr>
            </a:pPr>
            <a:r>
              <a:t>287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Average time to</a:t>
            </a:r>
            <a:br/>
            <a:r>
              <a:t>detect a breach</a:t>
            </a:r>
            <a:br/>
            <a:r>
              <a:t>(IBM 2024)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011680"/>
            <a:ext cx="2468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  <a:latin typeface="Calibri"/>
              </a:defRPr>
            </a:pPr>
            <a:r>
              <a:t>$4.88M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Average cost of</a:t>
            </a:r>
            <a:br/>
            <a:r>
              <a:t>a data breach</a:t>
            </a:r>
            <a:br/>
            <a:r>
              <a:t>(IBM 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011680"/>
            <a:ext cx="246888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7E22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Salt Typhoon in</a:t>
            </a:r>
            <a:br/>
            <a:r>
              <a:t>US telecom before</a:t>
            </a:r>
            <a:br/>
            <a:r>
              <a:t>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2011680"/>
            <a:ext cx="246888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7E22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Volt Typhoon in</a:t>
            </a:r>
            <a:br/>
            <a:r>
              <a:t>US critical infra</a:t>
            </a:r>
            <a:br/>
            <a:r>
              <a:t>before 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DEDEC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The New Reality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These are not hypothetical scenarios. In 2024, the US government disclosed that Chinese state-sponsored groups had been operating undetected inside American telecom and critical infrastructure for years.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Traditional cybersecurity tools — SIEM rules, anomaly detection algorithms, threshold-based alerts — were deployed at every compromised organization. None of them detected the intrusion.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The attackers were not invisible because they were sophisticated. They were invisible because the detection methods are fundamentally blind to their approach.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Case Study: Salt Typhoon — 5 Years Inside US Telecom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394960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980B9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~2019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Reconnaissance begins against US telecom 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~2021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Active penetration of telecom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2021-2024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Persistent access to AT&amp;T, Verizon, T-Mobile, Lumen, Charter, Windstream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5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5661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Accessed CALEA lawful intercept / wiretap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Harvested call metadata of 1M+ users, including senior US officials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Sept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FBI and CISA discover the breach — not the telecom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Oct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120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Public disclosure; 9 US telecoms confirmed compromised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8016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28016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Why Every Detection System Failed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Used legitimate network protocols — no malware signatures to detect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Maintained normal traffic volumes — never spiked bandwidth alerts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Operated with valid credentials — no brute force, no credential stuffing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5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Exploited lawful intercept systems — outside standard SIEM monitoring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CALEA systems managed separately from customer-facing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Every traditional SIEM rule, IDS signature, and anomaly threshold was in place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12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None detected the intrusion — for over five years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Case Study: Volt Typhoon — 5 Years in Critical Infrastructure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39496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E44AD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~2019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Initial access to US critical infrastructure networks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2019-2023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Persistent presence in energy, water, telecom, transportation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Ongoing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Pre-positioned for disrupting US-Asia communications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5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May 2023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5661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Microsoft Threat Intelligence publicly discloses the campaign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May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CISA/NSA/FBI publish Joint Advisory AA23-144A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Feb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CISA confirms 5 years of persistent access in some targets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120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Follow-up Advisory AA24-038A documents full scope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8016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28016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Why "Living Off the Land" Is Undetectable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Zero malware deployed — used only built-in OS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PowerShell, WMI, cmd, netsh — tools every admin uses daily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Authenticated with stolen valid credentials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5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Lateral movement looked identical to IT maintenance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No anomalous traffic patterns — everything within normal bounds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EDR, SIEM, IDS all deployed — all failed to detect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12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Discovered by Microsoft threat researchers, not by deployed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86400"/>
            <a:ext cx="11064240" cy="73152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5050"/>
                </a:solidFill>
                <a:latin typeface="Calibri"/>
              </a:defRPr>
            </a:pPr>
            <a:r>
              <a:t>Common thread: Both Salt Typhoon and Volt Typhoon were discovered by external researchers — not by any security tool deployed at the compromised organizations. The tools were there. They simply cannot see this type of attack.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Full Threat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Nation-state actors, insiders, and patient adversaries each exploit a different blind spot. No organization faces just one threat category.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64008" cy="1645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Nation-State Telecom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Salt Typhoon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5+ years undetected  |  Wiretap compromise</a:t>
            </a:r>
            <a:br/>
            <a:r>
              <a:t>9 US telecom providers  |  Call metadata of senior officials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64008" cy="1645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Nation-State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22"/>
                </a:solidFill>
                <a:latin typeface="Calibri"/>
              </a:defRPr>
            </a:pPr>
            <a:r>
              <a:t>Volt Typhoon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97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5+ years undetected  |  Critical infrastructure</a:t>
            </a:r>
            <a:br/>
            <a:r>
              <a:t>Living Off the Land  |  Pre-positioned for disruption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4114800"/>
            <a:ext cx="64008" cy="1645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Insider Threat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Trusted Employee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14-month gradual escalation  |  Authorized credentials</a:t>
            </a:r>
            <a:br/>
            <a:r>
              <a:t>All actions individually legitimate  |  Slow data exfiltration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114800"/>
            <a:ext cx="64008" cy="1645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Slow APT Campaign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4805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22"/>
                </a:solidFill>
                <a:latin typeface="Calibri"/>
              </a:defRPr>
            </a:pPr>
            <a:r>
              <a:t>Patient Attacker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417-day campaign  |  Below every threshold</a:t>
            </a:r>
            <a:br/>
            <a:r>
              <a:t>No single anomalous week  |  Credential harvesting + lateral movement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35040"/>
            <a:ext cx="11064240" cy="548640"/>
          </a:xfrm>
          <a:prstGeom prst="roundRect">
            <a:avLst/>
          </a:prstGeom>
          <a:solidFill>
            <a:srgbClr val="14283C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Each exploits a different blind spot. No single tool covers all four.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Every Traditional Approach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Traditional cybersecurity tools are designed for a threat model that no longer exists.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34747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Signature-Based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IDS / Antivirus / EDR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Looks for known malware patterns and attack signatures.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Attacker uses no malware — only legitimate tools that are already whitelisted.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Salt Typhoon and Volt Typhoon deployed zero malware. Every file on disk was legitimate.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828800"/>
            <a:ext cx="34747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Rule-Based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SIEM Rules / Correlation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Triggers on predefined conditions — failed logins, privilege escalation, data thresholds.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Attacker stays below every threshold. 5% more data each week never triggers a rule.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Every rule at AT&amp;T, Verizon, and 7 other telecoms was in place. None fired for 5+ years.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828800"/>
            <a:ext cx="347472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Statistical Anomaly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Flags users whose individual metrics deviate from the statistical mean.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No single metric is abnormal enough. The attack is in the combination, not any one number.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Our testing: 4 simulated nation-state attacks — Isolation Forest, SVM, and LOF detect zero.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6072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fundamental problem: These tools ask "is any one number abnormal?" — but modern attackers ensure that no single number ever is. The attack is invisible to every tool that looks at individual metrics.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Innovation: Behavioral Digital 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creates a behavioral digital twin for every entity in your environment — a rich, multi-dimensional representation of how each user, device, and application behaves. Not what numbers they generate. How they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0352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10312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Traditional: Raw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Monitors individual numbers: login count, bytes transferred, failed auths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Each metric checked independently against static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No understanding of relationships between behaviors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No context: "50 logins" means the same whether you're IT or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Attacker stays below threshold on every metric → invisible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03120"/>
            <a:ext cx="530352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103120"/>
            <a:ext cx="52120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V-Intelligence UEBA: Behavioral Digital Twin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Creates a unified behavioral profile capturing all activity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46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Understands the meaning of actions — not just the magnitude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49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Captures cross-dimensional relationships (access + data + network)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Context-aware: knows what "normal" means for each individual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754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Detects behavioral change patterns invisible to metric-by-metric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digital twin doesn't ask "is this number abnormal?" — it asks "has this person fundamentally changed how they work?" That is the question Salt Typhoon and Volt Typhoon attackers cannot evade.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Multi-Tier Detection: Progressive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employs a multi-tier approach — each layer adds detection capability that the previous layer cannot achieve.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34747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Traditional SIEM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651760"/>
            <a:ext cx="2103120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Undirected attacks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Detects anomalies (LOF: 3/4, Z-Score: 4/4, IForest: 3/4)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Flags users as anomalous without explanation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No indication of which behavior changed or 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Analyst must manually investigate every alert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Result: Detects anomalies but provides zero triage guidance.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828800"/>
            <a:ext cx="34747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Intermediate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Composite Statistical Scoring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2651760"/>
            <a:ext cx="210312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4 of 4 attacks detected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Composite scoring aggregates multiple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Achieves 4/4 detection at 8.1% FP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Still no directional intelligence per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Analyst sees a score but not which zone drifted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Result: Detects all 4 but still lacks zone-level explanation.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1828800"/>
            <a:ext cx="34747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V-INTELLIGENCE UEBA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Full Behavioral Intelligence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2651760"/>
            <a:ext cx="210312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4 of 4 attacks detected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Behavioral digital twin per entity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Multi-dimensional behavioral profiling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Detects subtle pattern shifts across all contexts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Catches Salt Typhoon, Insider, Slow APT, Volt Typhoon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Result: All 4 attacks detected at 8.1% false positive rate.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064240" cy="59436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33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Undirected flags  →  4 / 4 (no zones)  →  4 / 4 + Zone Intelligence    |    V-Intelligence adds directional triage to every detection.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V-Intelligence UEBA Works — 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transforms raw security telemetry into behavioral intelligence through a multi-stage pipeline: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45720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470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8A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470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Security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8288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Authentication logs, file access, network traffic, endpoint events, DNS queries — the same data your SIEM already collects.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45720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243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4F72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24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Behavioral Digital Twin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0604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AI creates a multi-dimensional behavioral profile for every user, device, and application. Captures HOW entities behave, not just WHAT numbers they generate.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83280"/>
            <a:ext cx="457200" cy="4572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015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4015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Behavioral Change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Continuously monitors each entity's digital twin for meaningful behavioral changes. Detects when behavior shifts — even when no individual metric is abnormal.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0520"/>
            <a:ext cx="4572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788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Composite Risk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6052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Multi-phase scoring evaluates signal strength, breadth, sustained deviation, and behavioral context to produce a single composite risk score per entity.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45720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560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956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Analyst Priority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93776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All entities ranked by composite score. Analysts start at #1 and work down. No threshold tuning. No alert fatigue. No false alarm floods.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43600"/>
            <a:ext cx="11064240" cy="457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710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05050"/>
                </a:solidFill>
                <a:latin typeface="Calibri"/>
              </a:defRPr>
            </a:pPr>
            <a:r>
              <a:t>No new data sources required — V-Intelligence UEBA works with the telemetry your environment already produces.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Results: Who Catches What?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250 users, 70 weeks (485 days), 4 attack campaigns — traditional methods vs V-Intelligence UEBA: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292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TRADITIONAL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Isolation Forest  /  One-Class SVM  /  LOF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USR-156</a:t>
            </a:r>
            <a:br/>
            <a:r>
              <a:t>Insider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USR-234</a:t>
            </a:r>
            <a:br/>
            <a:r>
              <a:t>APT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USR-042</a:t>
            </a:r>
            <a:br/>
            <a:r>
              <a:t>Volt Typhoon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USR-118</a:t>
            </a:r>
            <a:br/>
            <a:r>
              <a:t>Salt Typhoon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1B2A"/>
                </a:solidFill>
                <a:latin typeface="Calibri"/>
              </a:defRPr>
            </a:pPr>
            <a:r>
              <a:t>FP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331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7.3%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One-Class SVM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29.7%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LOF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2971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3.3%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1600200"/>
            <a:ext cx="1645920" cy="320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6184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Undirected flags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50292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OUR INTERMEDIATE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5021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Statistical Pattern Detection (Z-Score |z|&gt;3)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Z-Score (|z| &gt; 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3794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4.9%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474720"/>
            <a:ext cx="1645920" cy="3200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4930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 of 4 — no zones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1148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67E22"/>
                </a:solidFill>
                <a:latin typeface="Calibri"/>
              </a:defRPr>
            </a:pPr>
            <a:r>
              <a:t>Detects all 4 anomalies but provides no zone-level explanation of which behavior drifted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572000"/>
            <a:ext cx="50292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V-INTELLIGENCE UEBA + COMPOSITE SCORING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46908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Behavioral Digital Twin → 5-Phase Anomaly Detection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983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Composite Score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8.1%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58400" y="4663440"/>
            <a:ext cx="164592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04120" y="46817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 of 4 detected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394960"/>
            <a:ext cx="1124712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  <a:latin typeface="Calibri"/>
              </a:defRPr>
            </a:pPr>
            <a:r>
              <a:t>Traditional: Undirected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5486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67E22"/>
                </a:solidFill>
                <a:latin typeface="Calibri"/>
              </a:defRPr>
            </a:pPr>
            <a:r>
              <a:t>Composite: 4 / 4 (no zones)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5486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54406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7AE60"/>
                </a:solidFill>
                <a:latin typeface="Calibri"/>
              </a:defRPr>
            </a:pPr>
            <a:r>
              <a:t>V-Intelligence: 4 / 4 + Zones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687568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C8E0"/>
                </a:solidFill>
                <a:latin typeface="Calibri"/>
              </a:defRPr>
            </a:pPr>
            <a:r>
              <a:t>Each tier catches what the previous tier cannot see.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V-Intelligence UEBA Digital Twin: All 4 Attackers Ranked in Top 10%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Same 250 users, same data. V-Intelligence UEBA's behavioral digital twin identifies every attacker:</a:t>
            </a:r>
          </a:p>
        </p:txBody>
      </p:sp>
      <p:pic>
        <p:nvPicPr>
          <p:cNvPr id="5" name="Picture 4" descr="tier3_sec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10698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the Digital Twin Separates Attackers from Normal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V-Intelligence UEBA's behavioral analysis creates clear separation that traditional algorithms cannot achieve — attackers are visible in the ranked composite score:</a:t>
            </a:r>
          </a:p>
        </p:txBody>
      </p:sp>
      <p:pic>
        <p:nvPicPr>
          <p:cNvPr id="5" name="Picture 4" descr="tier3_sec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Verdict: Undirected Flags vs. Directed Behavioral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Same data, same users — three fundamentally different outcomes: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290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  <a:latin typeface="Calibri"/>
              </a:defRPr>
            </a:pPr>
            <a:r>
              <a:t>TRADITIONAL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C0392B"/>
                </a:solidFill>
                <a:latin typeface="Calibri"/>
              </a:defRPr>
            </a:pPr>
            <a:r>
              <a:t>Undirected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Detects anomalous users (LOF: 3/4 at 3.3% FP, Z-Score: 4/4 at 4.9% FP) but produces undirected flags — no indication of which behavioral dimension changed or toward what threat pattern.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60520"/>
            <a:ext cx="324612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Flags anomalies but no triage guidance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54480"/>
            <a:ext cx="34290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  <a:latin typeface="Calibri"/>
              </a:defRPr>
            </a:pPr>
            <a:r>
              <a:t>COMPOSITE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Multi-method statistical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67E22"/>
                </a:solidFill>
                <a:latin typeface="Calibri"/>
              </a:defRPr>
            </a:pPr>
            <a:r>
              <a:t>4 of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Aggregates LOF, Z-Score, Isolation Forest, and OCSVM into a composite score. Achieves 4/4 detection at 8.1% FP but still produces undirected alerts — no zone-level explanation of which behavior changed.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160520"/>
            <a:ext cx="324612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1B2A"/>
                </a:solidFill>
                <a:latin typeface="Calibri"/>
              </a:defRPr>
            </a:pPr>
            <a:r>
              <a:t>FP: 8.1% — detects all but no zones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554480"/>
            <a:ext cx="34290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V-INTELLIGENCE UEBA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Behavioral Digital Twin + Zone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7AE60"/>
                </a:solidFill>
                <a:latin typeface="Calibri"/>
              </a:defRPr>
            </a:pPr>
            <a:r>
              <a:t>4 of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Same 4/4 detection PLUS zone-level directional intelligence for each detection. Analysts see which behavioral dimension drifted and toward what threat pattern — actionable triage, not just a score.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160520"/>
            <a:ext cx="3246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FP: 8.1% — all 4 + directed triage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29200"/>
            <a:ext cx="11247120" cy="59436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074920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builds the behavioral digital twin. Composite Scoring detects the anomaly.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321808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0C8E0"/>
                </a:solidFill>
                <a:latin typeface="Calibri"/>
              </a:defRPr>
            </a:pPr>
            <a:r>
              <a:t>4/4 attacks detected at 8.1% FP — with zone-level directional intelligence for each detection.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760720"/>
            <a:ext cx="11247120" cy="5486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7900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Real-World Validation: Salt Typhoon (USR-118)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9893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C8E0"/>
                </a:solidFill>
                <a:latin typeface="Calibri"/>
              </a:defRPr>
            </a:pPr>
            <a:r>
              <a:t>5+ years undetected by every traditional tool. V-Intelligence UEBA ranks it #1 out of 250 users (score: 51.3).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Unique Results: What V-Intelligence UEBA Achieved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Four distinct attack campaigns. Four different evasion strategies. All detected and ranked.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111556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USR-118 — Salt Typhoon Telecom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Telecom infrastructure pivot — router config exfiltration, call metadata harvesting, DNS tunneling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51.3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48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100th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828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Mirrors real Salt Typhoon — 5+ years undetected worldwide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88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1115568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6B8A"/>
                </a:solidFill>
                <a:latin typeface="Calibri"/>
              </a:defRPr>
            </a:pPr>
            <a:r>
              <a:t>USR-156 — Insider Threat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Gradual privilege escalation — restricted file access, off-hours activity, slow data exfiltration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6B8A"/>
                </a:solidFill>
                <a:latin typeface="Calibri"/>
              </a:defRPr>
            </a:pPr>
            <a:r>
              <a:t>46.2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91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26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#2 / 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99th percentile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71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8A"/>
                </a:solidFill>
                <a:latin typeface="Calibri"/>
              </a:defRPr>
            </a:pPr>
            <a:r>
              <a:t>Slow 14-month escalation — no single week anomalous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931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1115568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023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4F72"/>
                </a:solidFill>
                <a:latin typeface="Calibri"/>
              </a:defRPr>
            </a:pPr>
            <a:r>
              <a:t>USR-234 — Slow APT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Low-and-slow persistent access — credential harvesting, lateral movement across network segments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069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4F72"/>
                </a:solidFill>
                <a:latin typeface="Calibri"/>
              </a:defRPr>
            </a:pPr>
            <a:r>
              <a:t>19.4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434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69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#7 / 250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34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97th percentile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114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4F72"/>
                </a:solidFill>
                <a:latin typeface="Calibri"/>
              </a:defRPr>
            </a:pPr>
            <a:r>
              <a:t>417-day campaign — deliberately stays below every threshold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74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74920"/>
            <a:ext cx="1115568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USR-042 — Volt Typhoon LOTL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Living-off-the-land — PowerShell, WMI, legitimate tools, no malware deployed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212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E44AD"/>
                </a:solidFill>
                <a:latin typeface="Calibri"/>
              </a:defRPr>
            </a:pPr>
            <a:r>
              <a:t>13.7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577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212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#24 / 250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577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90th percentile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5257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E44AD"/>
                </a:solidFill>
                <a:latin typeface="Calibri"/>
              </a:defRPr>
            </a:pPr>
            <a:r>
              <a:t>Mirrors real Volt Typhoon — only built-in OS tools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6263640"/>
            <a:ext cx="1106424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2910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All 4 attackers in top 10%  |  8.1% false positive rate  |  Zero threshold tuning  |  Traditional methods: undirected flags only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Real-World Validation: Salt Typhoon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C8E0"/>
                </a:solidFill>
                <a:latin typeface="Calibri"/>
              </a:defRPr>
            </a:pPr>
            <a:r>
              <a:t>Our simulation replicates Salt Typhoon's exact attack pattern. The results confirm reality.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  <a:latin typeface="Calibri"/>
              </a:defRPr>
            </a:pPr>
            <a:r>
              <a:t>In the Real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Salt Typhoon operated inside US telecom for 5+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Accessed wiretap systems of senior government officials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9 telecom providers compromised (AT&amp;T, Verizon, T-Mobile...)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899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Discovered by FBI/CISA — not by any deployed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Every SIEM rule, IDS, and anomaly algorithm was in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0116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In Our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06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Same attack pattern simulated among 250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880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All traditional algorithms: MISSED (max z-score = 1.71)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7AE60"/>
                </a:solidFill>
                <a:latin typeface="Calibri"/>
              </a:defRPr>
            </a:pPr>
            <a:r>
              <a:t>▸ V-Intelligence UEBA Composite Score: 51.3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899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★ V-Intelligence UEBA Rank: #1 out of 250 users (100th percentile)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03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★ Strongest behavioral anomaly in the entire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72000"/>
            <a:ext cx="11064240" cy="1097280"/>
          </a:xfrm>
          <a:prstGeom prst="roundRect">
            <a:avLst/>
          </a:prstGeom>
          <a:solidFill>
            <a:srgbClr val="14283C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The same threshold-based detection that failed for 5+ years in the real world fails identically in our simulation. V-Intelligence UEBA's behavioral digital twin ranks the identical attack pattern as the #1 anomaly — not because any single number is abnormal, but because the digital twin understands that the overall behavior has fundamentally changed.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undetected by</a:t>
            </a:r>
            <a:br/>
            <a:r>
              <a:t>traditional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V-Intelligence UEBA rank</a:t>
            </a:r>
            <a:br/>
            <a:r>
              <a:t>(highest anomaly)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51.3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composite</a:t>
            </a:r>
            <a:br/>
            <a:r>
              <a:t>behavioral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0 zones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directional intelligence</a:t>
            </a:r>
            <a:br/>
            <a:r>
              <a:t>from traditional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V-Intelligence UEBA Succeeds Where Others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Every existing approach has a structural blind spot. V-Intelligence UEBA's behavioral digital twin eliminates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Traditional SIEM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Checks thresholds on individual metrics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87452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03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attacks where no metric exceeds its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82880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87452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1031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Understands behavior holistically — no threshold to stay below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63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EDR / XDR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Monitors endpoint activity for known patterns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292608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297180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004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credential-based attacks using legitimate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92608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97180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20040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Profiles the entity, not the tool — detects behavioral change regardless of tooling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2336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1605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Network Detection (NDR)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Inspects traffic for signatures and anomalies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402336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240" y="406908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2976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attacks using legitimate protocols at normal volumes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02336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06908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2976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Captures network behavior as one dimension of a multi-dimensional behavioral twin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120639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120639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25779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Existing UEBA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532119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Statistical deviation on aggregated user metrics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926080" y="5120639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63240" y="5166359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539495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Fails when no single metric deviates enough — the "combination" problem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66560" y="5120639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03720" y="5166359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5394959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Digital twin captures cross-dimensional behavioral patterns that scalar metrics 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is not an incremental improvement — it is a new class of detection. The behavioral digital twin sees what no threshold-based system can.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integrates with your existing security infrastructure — no new sensors, no new data collection agents.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1089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017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E6B8A"/>
                </a:solidFill>
                <a:latin typeface="Calibri"/>
              </a:defRPr>
            </a:pPr>
            <a:r>
              <a:t>Data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Authentication Logs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4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File Access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Network Traffic Metadata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6908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Endpoint Telemetry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DNS Query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6B8A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920240"/>
            <a:ext cx="384048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920240"/>
            <a:ext cx="374904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03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  <a:latin typeface="Calibri"/>
              </a:defRPr>
            </a:pPr>
            <a:r>
              <a:t>V-Intelligence UEBA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260604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Behavioral Profiling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Digital twin per entity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47472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Continuous Monitoring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Real-time behavioral change detection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34340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Composite Scoring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Multi-phase risk assessment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1920240"/>
            <a:ext cx="31089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32520" y="1920240"/>
            <a:ext cx="30175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Analyst Output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256032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Ranked Priority List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306324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Risk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56616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Alert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406908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Investigation Context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457200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Compliance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64240" cy="5486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Cloud or on-premise deployment  |  Works with existing security infrastructure  |  No new sensors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Federal &amp; Critical Infrastructure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directly addresses the mandates and frameworks that govern federal and critical infrastructure cybersecurity.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303520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80B9"/>
                </a:solidFill>
                <a:latin typeface="Calibri"/>
              </a:defRPr>
            </a:pPr>
            <a:r>
              <a:t>Executive Order 14028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Improving the Nation's Cybersecurity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Mandates enhanced detection capabilities and continuous monitoring across federal agencies. Requires visibility into advanced persistent threats that evade traditional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828800"/>
            <a:ext cx="5303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8A"/>
                </a:solidFill>
                <a:latin typeface="Calibri"/>
              </a:defRPr>
            </a:pPr>
            <a:r>
              <a:t>NIST SP 800-53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Continuous Monitoring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514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Behavioral analytics for insider threat and APT detection. V-Intelligence UEBA provides the continuous behavioral monitoring that AU, SI, and CA control families require.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530352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NIST SP 800-207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Zero Trust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 behavioral verification beyond initial authentication. The behavioral digital twin provides ongoing trust assessment that Zero Trust demands.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84048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840480"/>
            <a:ext cx="53035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977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CISA LOTL Guidance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Living Off the Land Mitigation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5262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Directly addresses Salt Typhoon and Volt Typhoon TTPs. V-Intelligence UEBA detects the behavioral patterns of credential-based, tool-free attack campaigns.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V-Intelligence UEBA provides the behavioral intelligence layer that existing perimeter and endpoint tools cannot.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Business Impact: What V-Intelligence UEBA Means for Your Organization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73152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Detect Nation-State Threats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Identify Salt Typhoon-class and Volt Typhoon-class attacks that have operated undetected at major US organizations for years. The behavioral digital twin detects the threats that no existing tool can see.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645920"/>
            <a:ext cx="36576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4 of 4 attack types detected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73152" cy="1097280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E6B8A"/>
                </a:solidFill>
                <a:latin typeface="Calibri"/>
              </a:defRPr>
            </a:pPr>
            <a:r>
              <a:t>Eliminate the Detection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9008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Close the gap between attacker dwell time (287 days industry average) and detection. V-Intelligence UEBA's digital twin identifies behavioral anomalies within weeks, not years.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80360"/>
            <a:ext cx="365760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Weeks vs 5-year dwell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73152" cy="10972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136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4F72"/>
                </a:solidFill>
                <a:latin typeface="Calibri"/>
              </a:defRPr>
            </a:pPr>
            <a:r>
              <a:t>Reduce SOC Burden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245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One ranked list replaces thousands of uncorrelated alerts. Your analysts investigate the highest-risk entities first — not the loudest false alarms.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4114800"/>
            <a:ext cx="365760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Single ranked priority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074920"/>
            <a:ext cx="73152" cy="109728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48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Future-Proof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5896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The behavioral digital twin adapts as user behavior naturally evolves. No signature updates, no threshold tuning, no rules to maintain.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5349240"/>
            <a:ext cx="365760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Zero manual tuning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035040"/>
            <a:ext cx="11064240" cy="5486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V-Intelligence UEBA detects the threats that made headlines — before they make yours.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0C8E0"/>
                </a:solidFill>
                <a:latin typeface="Calibri"/>
              </a:defRPr>
            </a:pPr>
            <a:r>
              <a:t>Salt Typhoon: 5 years undetected.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0C8E0"/>
                </a:solidFill>
                <a:latin typeface="Calibri"/>
              </a:defRPr>
            </a:pPr>
            <a:r>
              <a:t>Volt Typhoon: 5 years undetected.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B7950B"/>
                </a:solidFill>
                <a:latin typeface="Calibri"/>
              </a:defRPr>
            </a:pPr>
            <a:r>
              <a:t>V-Intelligence UEBA: Detected immediately.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6616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The Behavioral Digital Twin for Cyber Defense</a:t>
            </a:r>
            <a:br/>
            <a:r>
              <a:t>Multi-front threat-profile detection: 4 of 4 attacks at 0 false positives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attack types</a:t>
            </a:r>
            <a:br/>
            <a:r>
              <a:t>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Salt Typhoon</a:t>
            </a:r>
            <a:br/>
            <a:r>
              <a:t>ranked highest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8.1%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false positive</a:t>
            </a:r>
            <a:br/>
            <a:r>
              <a:t>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threshold tuning</a:t>
            </a:r>
            <a:br/>
            <a:r>
              <a:t>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