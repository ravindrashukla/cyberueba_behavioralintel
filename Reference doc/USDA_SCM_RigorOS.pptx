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12801600"/>
  <p:notesSz cx="128016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Securing USDA’s farm-to-table supply chain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security is national security — a single compromised vendor can cascade into supply disruption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reality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unified view. Gaps everywhere.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Farms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8745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9202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(OT)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Distributors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23160" y="26974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23160" y="2743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vendors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contractors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2024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834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08960" y="2514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4B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✖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3657600" cy="731520"/>
          </a:xfrm>
          <a:prstGeom prst="roundRect">
            <a:avLst>
              <a:gd name="adj" fmla="val 7500"/>
            </a:avLst>
          </a:prstGeom>
          <a:solidFill>
            <a:srgbClr val="FFF5F5"/>
          </a:solidFill>
          <a:ln w="9525">
            <a:solidFill>
              <a:srgbClr val="E24B4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548640" y="36118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29 agencies (siloed, no unified posture view)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agents on OT endpoints or vendor routers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Vendor access paths never formally verified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IT/OT boundary not mathematically proven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Inter-agency trust gaps invisible to CISO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Paper compliance ≠ actual security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RigorOS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150876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Mathematically proven. Single source of truth.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8288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E1F5EE"/>
          </a:solidFill>
          <a:ln w="1905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RigorOS — formal mathematical verification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2377440"/>
            <a:ext cx="0" cy="2286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772400" y="2377440"/>
            <a:ext cx="0" cy="228600"/>
          </a:xfrm>
          <a:prstGeom prst="line">
            <a:avLst/>
          </a:prstGeom>
          <a:noFill/>
          <a:ln w="12700">
            <a:solidFill>
              <a:srgbClr val="1D9E75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754880" y="265176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Farms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720840" y="265176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26974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Processing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facilities (OT)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Distributors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20840" y="347472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20840" y="35204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Tech vendors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contractors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17920" y="3611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754880" y="4343400"/>
            <a:ext cx="3931920" cy="731520"/>
          </a:xfrm>
          <a:prstGeom prst="roundRect">
            <a:avLst>
              <a:gd name="adj" fmla="val 7500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43891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USDA 29 agencies (unified, formally verified posture)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52578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Agentless — works from config metadata only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Every vendor access path mathematically proven safe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IT/OT boundary formally verified (no lateral movement)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Single CISO dashboard across all 29 agencies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Mathematical proof replaces paper compliance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6583680"/>
            <a:ext cx="82296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7200" y="6858000"/>
            <a:ext cx="8229600" cy="1645920"/>
          </a:xfrm>
          <a:prstGeom prst="roundRect">
            <a:avLst>
              <a:gd name="adj" fmla="val 6667"/>
            </a:avLst>
          </a:prstGeom>
          <a:solidFill>
            <a:srgbClr val="E1F5EE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6949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CISO pitch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85800" y="726948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securing the USDA’s 29 agencies and millions of farm-to-table endpoints relies on thousands of fragmented tools and manual vendor audits. We provide a single, mathematically verified truth. We don’t just “monitor” your supply chain — we mathematically prove that your vendor portals, inter-agency connections, and IT/OT boundaries are perfectly segmented, ensuring a cyber incident at a single processing facility cannot cascade into a national food supply disruption.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8778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traditional tools fail in supply chains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57200" y="92354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9326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agents on OT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94360" y="9601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cannot install CrowdStrike on a dairy plant’s PLC, a logistics router, or a third-party vendor’s edge device. EDR is structurally impossible here.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291840" y="92354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429000" y="9326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vendor blind spot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429000" y="9601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external entities need portal or API access. A breach in a small refrigeration logistics company can pivot directly into USDA’s core network.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26480" y="9235440"/>
            <a:ext cx="2560320" cy="1463040"/>
          </a:xfrm>
          <a:prstGeom prst="roundRect">
            <a:avLst>
              <a:gd name="adj" fmla="val 5000"/>
            </a:avLst>
          </a:prstGeom>
          <a:solidFill>
            <a:srgbClr val="FAECE7"/>
          </a:solidFill>
          <a:ln w="9525">
            <a:solidFill>
              <a:srgbClr val="F0997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63640" y="9326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≠ proof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263640" y="9601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risk management relies on vendors filling out security questionnaires. A checked box does not mean the firewall is correctly configured. Only formal math can prove that.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10972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Precedent: The 2021 JBS meatpacking ransomware attack shut down 20% of U.S. beef processing capacity for days — the exact scenario RigorOS prevents.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RigorOS protects the USDA supply chain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formally verified protection mechanisms — none requiring endpoint agents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verified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access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you grant access to 100,000+ independent distributors without risking the core network? A compromised vendor can pivot laterally.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RigorOS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 configs of all VPNs, API gateways, and edge firewalls. Uses formal math to prove vendor portals have zero network paths to core databases.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" y="31546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Least privilege access guaranteed by construction, not policy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2344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12344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137160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32120" y="13716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Cross-agency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17830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agencies operate in silos. The CISO has no way to see if a misconfiguration in one agency exposes another agency to attack.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74920" y="24231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RigorOS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Extracts config metadata across all 29 agencies and builds a single unified mathematical model. Shows inter-agency trust gaps deterministically.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074920" y="31546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66360" y="3200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CISO dashboard with mathematically proven posture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776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411480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IT/OT convergence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85800" y="4526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Cyber-attacks on food processing facilities happen when IT networks are bridged improperly to physical OT networks (e.g., JBS 2021 ransomware).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8580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RigorOS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verifies network segmentation between IT environments and physical OT environments across the supply chain.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" y="58978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943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ransomware cannot cross the boundary to OT systems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397764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3977640"/>
            <a:ext cx="54864" cy="246888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029200" y="4114800"/>
            <a:ext cx="365760" cy="36576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532120" y="41148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Formally verified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EASM (inside-out)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74920" y="4526280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pPr indent="0" marL="0">
              <a:buNone/>
            </a:pPr>
            <a:r>
              <a:rPr lang="en-US" sz="950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EASM scans from outside (jiggling doorknobs). They miss hidden, dormant, or IP-restricted ports. Incomplete by design.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74920" y="5166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RigorOS solution: </a:t>
            </a:r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from the inside out by analyzing actual firewall configs. Symbolically calculates every exposed port, protocol, and IP — including complex routing.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074920" y="5897880"/>
            <a:ext cx="3383280" cy="411480"/>
          </a:xfrm>
          <a:prstGeom prst="roundRect">
            <a:avLst>
              <a:gd name="adj" fmla="val 8889"/>
            </a:avLst>
          </a:prstGeom>
          <a:solidFill>
            <a:srgbClr val="E1F5EE"/>
          </a:solidFill>
          <a:ln w="635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6360" y="5943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Proves: </a:t>
            </a:r>
            <a:pPr indent="0" marL="0">
              <a:buNone/>
            </a:pPr>
            <a:r>
              <a:rPr lang="en-US" sz="9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external attack surface visibility, zero false negatives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" y="6766560"/>
            <a:ext cx="8229600" cy="0"/>
          </a:xfrm>
          <a:prstGeom prst="line">
            <a:avLst/>
          </a:prstGeom>
          <a:noFill/>
          <a:ln w="6350">
            <a:solidFill>
              <a:srgbClr val="D3D1C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6949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themes for the USDA CISO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57200" y="74066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7479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Agentless security for a boundless supply chain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94360" y="7818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metadata only. No endpoint agents needed. The only way to secure a fragmented ecosystem where you don’t own the endpoints.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91840" y="74066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29000" y="7479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 over compliance checklists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429000" y="7818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paper vendor questionnaires with formal verification. A checked box doesn’t mean the firewall is correct. A mathematical proof does.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26480" y="7406640"/>
            <a:ext cx="2560320" cy="1188720"/>
          </a:xfrm>
          <a:prstGeom prst="roundRect">
            <a:avLst>
              <a:gd name="adj" fmla="val 6154"/>
            </a:avLst>
          </a:prstGeom>
          <a:solidFill>
            <a:srgbClr val="E1F5EE"/>
          </a:solidFill>
          <a:ln w="9525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74797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Preemptive resilience for national security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263640" y="78181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that onboarding new suppliers or modernizing agencies doesn’t accidentally introduce catastrophic vulnerabilities into the food supply.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1225296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4B2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22nd Century Technologies  |  In partnership with Rigor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USDA SCM Cybersecurity - RigorOS</dc:title>
  <dc:subject>PptxGenJS Presentation</dc:subject>
  <dc:creator>PptxGenJS</dc:creator>
  <cp:lastModifiedBy>PptxGenJS</cp:lastModifiedBy>
  <cp:revision>1</cp:revision>
  <dcterms:created xsi:type="dcterms:W3CDTF">2026-04-17T15:47:22Z</dcterms:created>
  <dcterms:modified xsi:type="dcterms:W3CDTF">2026-04-17T15:47:22Z</dcterms:modified>
</cp:coreProperties>
</file>