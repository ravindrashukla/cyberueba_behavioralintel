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1463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 |  ISO 27001  |  ISO 28000</a:t>
            </a:r>
            <a:br/>
            <a:r>
              <a:t>ISO 20000  |  ISO 17025  |  ISO 14001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B7950B"/>
                </a:solidFill>
                <a:latin typeface="Georgia"/>
              </a:defRPr>
            </a:pPr>
            <a:r>
              <a:t>U.S. ARMY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Georgia"/>
              </a:defRPr>
            </a:pPr>
            <a:r>
              <a:t>ArCTIC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ArCTIC / CFIC Collaboration Event  |  Behavioral Anomaly Detection (ACECARD)  |  06 MAY 2026  |  Augusta, 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are dwelling inside U.S. critical infrastructure — undetected for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645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4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that no existing tool can detect: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54864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NO EXISTING TOOL SOLVES THIS: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 / EDR / XDR — detect known-bad signatures. These adversaries use only known-good tools.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 — fixed thresholds. LOTL operates below every one.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 / Vuln Scanners — sample attack paths. Cannot cover the combinatorial config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mathematically proves that all attack paths are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4864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OUR SOLUTION: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1.  Preemptive Verification — Formal Mathematical Model that exhaustively proves configs block all known attack paths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2.  Behavioral Intelligence (ACECARD) — Digital Twin of each entity with time dimension; detects sub-threshold behavioral drift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Together: 95–98% threat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Living-off-the-Land: uses only legitimate admin tools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9 U.S. carriers. CALEA wiretap access.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Persistence IS the network configuration itself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CURRENT DEFENSES FAIL: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are the limiting factors — structural gaps that nation-state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define a Formal Mathematical Model that reasons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exhaustively over your entire defensive configuration.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all threat intelligence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Proves whether attack paths exist or are blocked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Re-verifies continuously (hourly + on change)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1B4F72"/>
                </a:solidFill>
                <a:latin typeface="Segoe UI"/>
              </a:defRPr>
            </a:pPr>
            <a:r>
              <a:t>GUARANTEE: Zero false positives. Zero false negatives.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create a Digital Twin of each entity instance.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User interaction is a living entity with a time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trust scoring and adaptive access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E6B8A"/>
                </a:solidFill>
                <a:latin typeface="Segoe UI"/>
              </a:defRPr>
            </a:pPr>
            <a:r>
              <a:t>DETECTS: LOTL, credential abuse, insider threat.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TTP coverage of Volt Typhoon and Salt Typhoon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Identify every defensive control gap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sampling — complete mathematical reasoning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positives (mathematically proven)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negatives (exhaustive reasoning)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Introducing the Cyber Defense Management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 new layer that sits ABOVE all security devices — making every configuration, policy, and control work together as one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THE PROBLEM: Your security devices are powerful individually — but they do not talk to each other.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Each NGFW, IPS, WAF, IdP, and SASE gateway has its own configuration, its own policy language, its own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Gaps emerge BETWEEN devices — multi-rule, multi-device errors that no single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10058400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Formal Mathematical Model — reasons across ALL devices simultaneously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•  Ingests configs from every device     •  Builds unified mathematical model     •  Finds multi-device gaps     •  Pushes verified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▼  Verified configs pushed down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029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Secured traffic flows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E6B8A"/>
                </a:solidFill>
                <a:latin typeface="Segoe UI"/>
              </a:defRPr>
            </a:pPr>
            <a:r>
              <a:t>PROTECTED ENVIRONMENT:   Network Infrastructure   •   Users &amp; Endpoints   •   Applications &amp; Data   •   Cloud Workloads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The Management Plane ensures every device, every policy, and every configuration is aligned — mathematically proven, continuously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Management Plane: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Continuously ingests, models, verifies, and remediates across your entire defensive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Config Pull from All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Pulls configs from all NGFWs, IPS, WAF, IdP, SASE — no agents, no telemetry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100K+ rules across multiple vendors normalized into one model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Dynamic objects resolved: FQDNs, user groups, regex, IP ranges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743200" cy="6858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6B8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Build Unified Mathematical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Creates a single Formal Mathematical Model across all devices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Reasons over 50M+ rule combinations simultaneously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Finds what no single-device tool can: multi-rule, multi-device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Identify Every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inspection, missing threat profiles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Intent errors and semantic inconsistencies across vendors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— mathematical proof, not heuristics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7432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Prescribe &amp; Re-Verify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Vendor-specific fixes: exact rule, exact value, exact device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Verifies the fix does not break existing connectivity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 re-verifies on every config change and threat-feed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Real findings from production deployments: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44068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544068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100+ configuration errors across multi-vendor NGFW estate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440680"/>
            <a:ext cx="27432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— invisible to single-device tools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9720" y="544068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SMBv1.0 lateral malware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Segoe U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Multi-agent collaboration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MicroVM session isolation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Memory, Gateway, Observability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Copilot integration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365 governance plane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Entra Agent IDs (SPIFFE)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Zero-trust per orchestration step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Armor + Agent Compliance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ADK multi-agent loops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Preemptive + UEBA Deliver That Hyperscalers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runtime and orchestration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 gateway (MCP) and structured I/O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Identity, governance, guardrails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 stores and RAG infrastructure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catalog and routing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Observability and eval frameworks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This is PLUMBING — not intelligence.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(sub-threshold drift alarm)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across 10+ systems (one trajectory)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This is DOMAIN INTELLIGENCE — what agents act on.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Specific capabilities NO hyperscaler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36008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636008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29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94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760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08076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12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00800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on Gabriel Nimbus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Containerized, cloud-native application designed for the Gabriel Nimbus big data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CLOUD-NATIVE ARCHITECTURE ON GABRIEL NIMBUS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Containerized Microservices (Iron Bank Certified)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Kubernetes-native deployment — Helm charts, horizontal pod autoscaling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All containers Iron Bank hardened and certified for DoD environments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Designed for cloud-native big data platforms — scales with data volume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Istio service mesh for zero-trust inter-service communication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Stateless compute layer — data persists in platform-native stores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6C757D"/>
                </a:solidFill>
                <a:latin typeface="Segoe UI"/>
              </a:defRPr>
            </a:pPr>
            <a:r>
              <a:t>[PLACEHOLDER — Gabriel Nimbus-specific integration details, APIs, and data flow to be added]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0E6B8A"/>
                </a:solidFill>
                <a:latin typeface="Segoe UI"/>
              </a:defRPr>
            </a:pPr>
            <a:r>
              <a:t>Integration points: ingestion connectors, big data analytics layer, shared storage, platform IAM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Same containerized application — deploys on Gabriel Nimbus with environment configuration only.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Five practice areas delivering digital transformation, cybersecurity, and emerging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28</a:t>
            </a:r>
          </a:p>
        </p:txBody>
      </p:sp>
      <p:pic>
        <p:nvPicPr>
          <p:cNvPr id="8" name="Picture 7" descr="slide4_Pict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22CT: Cybersecurity &amp; Defense 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Cleared Cyber</a:t>
            </a:r>
            <a:br/>
            <a:r>
              <a:t>Analysts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Key contracts &amp;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FBI TSC — $56M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NAVAIR / USMC — $145M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Gov Contracts — 14 of 15 Cabinet Agencies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Federal — 300+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SLED — 350+ Contracts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Cyber Oriented — 50+ 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Compliance &amp;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800-53 Rev 5 (CA-7, RA-5, SI-4)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SP 800-207 Zero 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cATO pathway: artifacts auto-generated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ISO 9001  |  ISO 27001  |  ISO 28000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GSA MAS  |  CIO-SP3  |  SEWP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CMMI Level 3  |  eMASS / RMF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78992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710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Fastest Growing  •  CRN Top 10 Cyber Security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We can.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04288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304288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UEBA creates a living entity model that captures sub-threshold drift over time and maps direction to MITRE.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36976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23697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5701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stitches identity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31336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69664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169664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re-proves your entire defense posture every hour AND on every config change. Pentests run annually.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64024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02352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102352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14807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Hyperscaler Agent Platforms Cannot Replace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223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 &amp; orchestration plumbing. They do NOT ship detection intelligence or formal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9671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This is not an incremental improvement. This is a fundamentally new class of defense that does not exist elsewhere.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89788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5989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263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