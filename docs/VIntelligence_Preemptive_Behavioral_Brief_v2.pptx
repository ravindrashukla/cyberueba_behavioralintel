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Cyber Defense + Behavioral Trajectory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 Two-Layer Answer for Critical-Infrastructure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0B0"/>
                </a:solidFill>
                <a:latin typeface="Calibri"/>
              </a:defRPr>
            </a:pPr>
            <a:r>
              <a:t>Prepared for discussion with Brandon Pugh  ·  R Street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22nd Century Technologies Inc. (TSCTI)  ·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Two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12471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5546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VALIDATION — BLIND DETECTION TEST, 250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Against four stealth campaigns (insider, slow APT, Volt Typhoon LoTL, Salt Typhoon telecom): traditional SIEM caught 0 of 4; z-score caught 1 of 4; V-Intelligence + composite scoring caught 4 of 4 at 8.5% false-positive. Salt Typhoon (max z-score 1.71 — invisible to thresholds) ranked #1 of 250.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Shared MITRE vocabulary + single entity model = a system, not a bundle. Zero gaps between prevention and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#24, Salt Typhoon #1 — all at 8.5%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Open to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8.5% FP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Preemptive closes the door. V-Intelligence watches the room. Together: detect behavioral shifts hours before IOCs fire — explain what is happening, act proportionally.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A8C0"/>
                </a:solidFill>
                <a:latin typeface="Calibri"/>
              </a:defRPr>
            </a:pPr>
            <a:r>
              <a:t>22nd Century Technologies Inc.  ·  Contact: ravindra.shukla@gmail.com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