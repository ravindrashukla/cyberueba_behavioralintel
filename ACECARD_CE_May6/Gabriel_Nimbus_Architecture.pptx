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Streaming Architecture on Gabriel Nimbus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Cloud-native behavioral detection pipeline. End-to-end LOTL detection in 1-5 seconds.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11247120" cy="4800600"/>
          </a:xfrm>
          <a:prstGeom prst="roundRect">
            <a:avLst/>
          </a:prstGeom>
          <a:noFill/>
          <a:ln w="12700">
            <a:solidFill>
              <a:srgbClr val="B79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0" y="1353312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7950B"/>
                </a:solidFill>
                <a:latin typeface="Segoe UI"/>
              </a:defRPr>
            </a:pPr>
            <a:r>
              <a:t>Gabriel Nimbus Cloud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C757D"/>
                </a:solidFill>
                <a:latin typeface="Segoe UI"/>
              </a:defRPr>
            </a:pPr>
            <a:r>
              <a:t>DODIN TELEMETRY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554480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C757D"/>
                </a:solidFill>
                <a:latin typeface="Segoe UI"/>
              </a:defRPr>
            </a:pPr>
            <a:r>
              <a:t>BUS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554480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C757D"/>
                </a:solidFill>
                <a:latin typeface="Segoe UI"/>
              </a:defRPr>
            </a:pPr>
            <a:r>
              <a:t>STREAMING DETECTION (FLINK)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554480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C757D"/>
                </a:solidFill>
                <a:latin typeface="Segoe UI"/>
              </a:defRPr>
            </a:pPr>
            <a:r>
              <a:t>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1554480"/>
            <a:ext cx="1463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C757D"/>
                </a:solidFill>
                <a:latin typeface="Segoe UI"/>
              </a:defRPr>
            </a:pPr>
            <a:r>
              <a:t>ANALYST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828800"/>
            <a:ext cx="1645920" cy="566928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1828800"/>
            <a:ext cx="54864" cy="56692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1883664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NGFW / IPS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103120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C757D"/>
                </a:solidFill>
                <a:latin typeface="Segoe UI"/>
              </a:defRPr>
            </a:pPr>
            <a:r>
              <a:t>Logs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468880"/>
            <a:ext cx="1645920" cy="566928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2468880"/>
            <a:ext cx="54864" cy="56692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2523744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Identity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2743200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C757D"/>
                </a:solidFill>
                <a:latin typeface="Segoe UI"/>
              </a:defRPr>
            </a:pPr>
            <a:r>
              <a:t>AD, Okta, Entra, TACACS+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108960"/>
            <a:ext cx="1645920" cy="566928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3108960"/>
            <a:ext cx="54864" cy="56692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163824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Endpoint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383280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C757D"/>
                </a:solidFill>
                <a:latin typeface="Segoe UI"/>
              </a:defRPr>
            </a:pPr>
            <a:r>
              <a:t>EDR / Sysmon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749040"/>
            <a:ext cx="1645920" cy="566928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3749040"/>
            <a:ext cx="54864" cy="56692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803904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Network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023360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C757D"/>
                </a:solidFill>
                <a:latin typeface="Segoe UI"/>
              </a:defRPr>
            </a:pPr>
            <a:r>
              <a:t>NetFlow, DNS, VPC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389120"/>
            <a:ext cx="1645920" cy="566928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4389120"/>
            <a:ext cx="54864" cy="56692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443984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Cloud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663440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C757D"/>
                </a:solidFill>
                <a:latin typeface="Segoe UI"/>
              </a:defRPr>
            </a:pPr>
            <a:r>
              <a:t>CloudTrail, Azure Activity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201168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B4F72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31720" y="265176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B4F72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31720" y="329184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B4F72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31720" y="393192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B4F72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31720" y="457200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B4F72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51760" y="2011680"/>
            <a:ext cx="1188720" cy="1097280"/>
          </a:xfrm>
          <a:prstGeom prst="round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97480" y="214884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Kafka</a:t>
            </a:r>
            <a:br/>
            <a:r>
              <a:t>/ Kinesis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51760" y="3291840"/>
            <a:ext cx="1188720" cy="8229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0" y="3364992"/>
            <a:ext cx="1005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C757D"/>
                </a:solidFill>
                <a:latin typeface="Segoe UI"/>
              </a:defRPr>
            </a:pPr>
            <a:r>
              <a:t>Per-source topics</a:t>
            </a:r>
          </a:p>
          <a:p>
            <a:pPr>
              <a:spcBef>
                <a:spcPts val="400"/>
              </a:spcBef>
              <a:defRPr sz="900" b="0">
                <a:solidFill>
                  <a:srgbClr val="6C757D"/>
                </a:solidFill>
                <a:latin typeface="Segoe UI"/>
              </a:defRPr>
            </a:pPr>
            <a:r>
              <a:t>Independent consumer groups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86200" y="246888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B4F72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06240" y="1783080"/>
            <a:ext cx="3840480" cy="3794760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89120" y="1847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Georgia"/>
              </a:defRPr>
            </a:pPr>
            <a:r>
              <a:t>Flink Cluster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34840" y="2194560"/>
            <a:ext cx="3383280" cy="475488"/>
          </a:xfrm>
          <a:prstGeom prst="roundRect">
            <a:avLst/>
          </a:prstGeom>
          <a:solidFill>
            <a:srgbClr val="1B4F72"/>
          </a:solidFill>
          <a:ln w="1270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26280" y="2231136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1. Kafka source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26280" y="2432304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A0C8E0"/>
                </a:solidFill>
                <a:latin typeface="Segoe UI"/>
              </a:defRPr>
            </a:pPr>
            <a:r>
              <a:t>Event-time, watermarks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0" y="2670048"/>
            <a:ext cx="36576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557799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434840" y="2779776"/>
            <a:ext cx="3383280" cy="475488"/>
          </a:xfrm>
          <a:prstGeom prst="roundRect">
            <a:avLst/>
          </a:prstGeom>
          <a:solidFill>
            <a:srgbClr val="1B4F72"/>
          </a:solidFill>
          <a:ln w="1270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26280" y="2816352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2. OCSF normalize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26280" y="3017520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A0C8E0"/>
                </a:solidFill>
                <a:latin typeface="Segoe UI"/>
              </a:defRPr>
            </a:pPr>
            <a:r>
              <a:t>Per-source parsers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0" y="3255264"/>
            <a:ext cx="36576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557799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434840" y="3364992"/>
            <a:ext cx="3383280" cy="475488"/>
          </a:xfrm>
          <a:prstGeom prst="roundRect">
            <a:avLst/>
          </a:prstGeom>
          <a:solidFill>
            <a:srgbClr val="1B4F72"/>
          </a:solidFill>
          <a:ln w="1270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26280" y="3401568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3. Enrich and classify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26280" y="3602736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A0C8E0"/>
                </a:solidFill>
                <a:latin typeface="Segoe UI"/>
              </a:defRPr>
            </a:pPr>
            <a:r>
              <a:t>Identity, asset, tier, IOC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0" y="3840480"/>
            <a:ext cx="36576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557799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434840" y="3950208"/>
            <a:ext cx="3383280" cy="475488"/>
          </a:xfrm>
          <a:prstGeom prst="roundRect">
            <a:avLst/>
          </a:prstGeom>
          <a:solidFill>
            <a:srgbClr val="1B4F72"/>
          </a:solidFill>
          <a:ln w="1270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26280" y="3986784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4. CEP and ML detect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26280" y="4187952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A0C8E0"/>
                </a:solidFill>
                <a:latin typeface="Segoe UI"/>
              </a:defRPr>
            </a:pPr>
            <a:r>
              <a:t>NFA, Sigma, behavioral baselines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43600" y="4425696"/>
            <a:ext cx="36576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557799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434840" y="4535424"/>
            <a:ext cx="3383280" cy="475488"/>
          </a:xfrm>
          <a:prstGeom prst="roundRect">
            <a:avLst/>
          </a:prstGeom>
          <a:solidFill>
            <a:srgbClr val="1B4F72"/>
          </a:solidFill>
          <a:ln w="1270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26280" y="4572000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5. Sink fanout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26280" y="4773168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A0C8E0"/>
                </a:solidFill>
                <a:latin typeface="Segoe UI"/>
              </a:defRPr>
            </a:pPr>
            <a:r>
              <a:t>Alerts, events, archive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06240" y="5394960"/>
            <a:ext cx="38404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0">
                <a:solidFill>
                  <a:srgbClr val="6C757D"/>
                </a:solidFill>
                <a:latin typeface="Segoe UI"/>
              </a:defRPr>
            </a:pPr>
            <a:r>
              <a:t>Per-event 3-15 ms  ·  CEP NFA under 1 ms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92440" y="2286000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6C757D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92440" y="2926080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6C757D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92440" y="3520440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6C757D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229600" y="1920240"/>
            <a:ext cx="1371600" cy="64008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229600" y="1920240"/>
            <a:ext cx="54864" cy="6400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366760" y="1975104"/>
            <a:ext cx="1188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D1B2A"/>
                </a:solidFill>
                <a:latin typeface="Segoe UI"/>
              </a:defRPr>
            </a:pPr>
            <a:r>
              <a:t>ClickHouse / Pinot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66760" y="2240280"/>
            <a:ext cx="1188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C757D"/>
                </a:solidFill>
                <a:latin typeface="Segoe UI"/>
              </a:defRPr>
            </a:pPr>
            <a:r>
              <a:t>30-90 day hot query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229600" y="2633472"/>
            <a:ext cx="1371600" cy="64008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229600" y="2633472"/>
            <a:ext cx="54864" cy="64008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366760" y="2688336"/>
            <a:ext cx="1188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D1B2A"/>
                </a:solidFill>
                <a:latin typeface="Segoe UI"/>
              </a:defRPr>
            </a:pPr>
            <a:r>
              <a:t>Vector DB (pgvector)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366760" y="2953512"/>
            <a:ext cx="1188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C757D"/>
                </a:solidFill>
                <a:latin typeface="Segoe UI"/>
              </a:defRPr>
            </a:pPr>
            <a:r>
              <a:t>Behavioral state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229600" y="3346704"/>
            <a:ext cx="1371600" cy="64008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229600" y="3346704"/>
            <a:ext cx="54864" cy="6400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366760" y="3401568"/>
            <a:ext cx="1188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D1B2A"/>
                </a:solidFill>
                <a:latin typeface="Segoe UI"/>
              </a:defRPr>
            </a:pPr>
            <a:r>
              <a:t>Iceberg / S3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66760" y="3666744"/>
            <a:ext cx="1188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C757D"/>
                </a:solidFill>
                <a:latin typeface="Segoe UI"/>
              </a:defRPr>
            </a:pPr>
            <a:r>
              <a:t>Cold archive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646920" y="2148840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6C757D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646920" y="2880360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6C757D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646920" y="3566160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6C757D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875520" y="1920240"/>
            <a:ext cx="1554480" cy="64008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875520" y="1920240"/>
            <a:ext cx="54864" cy="6400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012680" y="1975104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SIEM / SOAR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012680" y="2240280"/>
            <a:ext cx="1325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C757D"/>
                </a:solidFill>
                <a:latin typeface="Segoe UI"/>
              </a:defRPr>
            </a:pPr>
            <a:r>
              <a:t>Alerts + playbooks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875520" y="2633472"/>
            <a:ext cx="1554480" cy="64008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875520" y="2633472"/>
            <a:ext cx="54864" cy="64008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012680" y="2688336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SOC Dashboard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012680" y="2953512"/>
            <a:ext cx="1325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C757D"/>
                </a:solidFill>
                <a:latin typeface="Segoe UI"/>
              </a:defRPr>
            </a:pPr>
            <a:r>
              <a:t>Real-time monitoring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875520" y="3346704"/>
            <a:ext cx="1554480" cy="64008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875520" y="3346704"/>
            <a:ext cx="54864" cy="6400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012680" y="3401568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Hunt UI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12680" y="3666744"/>
            <a:ext cx="1325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C757D"/>
                </a:solidFill>
                <a:latin typeface="Segoe UI"/>
              </a:defRPr>
            </a:pPr>
            <a:r>
              <a:t>SQL-based threat hunts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229600" y="4160520"/>
            <a:ext cx="3200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229600" y="4160520"/>
            <a:ext cx="3200400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366760" y="4251960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ServiceNow / JIRA / SOAR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366760" y="4434840"/>
            <a:ext cx="2926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6C757D"/>
                </a:solidFill>
                <a:latin typeface="Segoe UI"/>
              </a:defRPr>
            </a:pPr>
            <a:r>
              <a:t>Auto-ticketing  ·  Remediation playbooks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40080" y="4800600"/>
            <a:ext cx="3200400" cy="54864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40080" y="4800600"/>
            <a:ext cx="54864" cy="5486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22960" y="4846320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Preemptive Verification Engine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22960" y="5047488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C757D"/>
                </a:solidFill>
                <a:latin typeface="Segoe UI"/>
              </a:defRPr>
            </a:pPr>
            <a:r>
              <a:t>Formal math model  ·  hourly + on config change  ·  zero FP/FN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4206240" y="4800600"/>
            <a:ext cx="384048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4206240" y="4800600"/>
            <a:ext cx="54864" cy="5486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389120" y="4846320"/>
            <a:ext cx="3474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RocksDB keyed state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389120" y="5047488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C757D"/>
                </a:solidFill>
                <a:latin typeface="Segoe UI"/>
              </a:defRPr>
            </a:pPr>
            <a:r>
              <a:t>NVMe local + S3 incremental checkpoints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40080" y="5486400"/>
            <a:ext cx="10789920" cy="32004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14400" y="5513832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End-to-end LOTL detection: 1-5 sec typical.  Source ~100ms + Kafka ~10ms + Flink 3-15ms + alert ~50ms.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57200" y="5897880"/>
            <a:ext cx="11247120" cy="2286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40080" y="5916168"/>
            <a:ext cx="10881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Gabriel Nimbus:  Kubernetes  |  Object Store (S3)  |  Platform IAM  |  Big Data Analytics  |  Monitoring  |  Service Mesh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