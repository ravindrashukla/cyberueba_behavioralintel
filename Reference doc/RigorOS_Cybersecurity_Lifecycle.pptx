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cybersecurity lifecycle: preemptive vs. reactive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457200"/>
            <a:ext cx="8412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D9E75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Preempt &amp; prove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206240" y="4754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missing layer — operates before any traffic flows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713232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71323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RigorOS — preemptive posture assurance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90525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Ingests firewall &amp; cloud configs  •  Mathematically proves architecture is secure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human errors that cause 99% of breaches  •  Zero false positives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0" y="1371600"/>
            <a:ext cx="0" cy="18288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709160" y="13716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Pushes verified, flawless rules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600200"/>
            <a:ext cx="84124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B4B2A9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48640" y="162763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environment — all tools below are reactive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18288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Prevent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029968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E6F1FB"/>
          </a:solidFill>
          <a:ln w="6350">
            <a:solidFill>
              <a:srgbClr val="85B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03911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NGFW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212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 Alto, Fortinet, Cisco  •  Enforces rules, blocks bad traffic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2029968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E6F1FB"/>
          </a:solidFill>
          <a:ln w="6350">
            <a:solidFill>
              <a:srgbClr val="85B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03911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scanners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2212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Qualys, Tenable  •  Checks for unpatched CVEs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" y="2542032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E6F1FB"/>
          </a:solidFill>
          <a:ln w="6350">
            <a:solidFill>
              <a:srgbClr val="85B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56032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/ PAM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271576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CyberArk, Okta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91840" y="2542032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E6F1FB"/>
          </a:solidFill>
          <a:ln w="6350">
            <a:solidFill>
              <a:srgbClr val="85B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56032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ZTNA / CASB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271576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Zscaler, Netskope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035040" y="2542032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E6F1FB"/>
          </a:solidFill>
          <a:ln w="6350">
            <a:solidFill>
              <a:srgbClr val="85B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256032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26480" y="271576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Symantec, Forcepoint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0" y="2944368"/>
            <a:ext cx="0" cy="137160"/>
          </a:xfrm>
          <a:prstGeom prst="line">
            <a:avLst/>
          </a:prstGeom>
          <a:noFill/>
          <a:ln w="12700">
            <a:solidFill>
              <a:srgbClr val="B4B2A9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709160" y="2944368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attacker bypasses perimeter...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48640" y="31272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3: Detect &amp; respond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319272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FAEEDA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32841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34930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CrowdStrike, Defender  •  Kills active malware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91840" y="3319272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FAEEDA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0" y="332841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83280" y="34930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Darktrace, ExtraHop  •  Monitors lateral traffic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035040" y="3319272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FAEEDA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332841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UEBA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26480" y="34930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analytics  •  Insider threat detection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0" y="3813048"/>
            <a:ext cx="0" cy="137160"/>
          </a:xfrm>
          <a:prstGeom prst="line">
            <a:avLst/>
          </a:prstGeom>
          <a:noFill/>
          <a:ln w="12700">
            <a:solidFill>
              <a:srgbClr val="B4B2A9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4709160" y="3813048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alerts and logs...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48640" y="3977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4: Visibility &amp; triage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4160520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FAECE7"/>
          </a:solidFill>
          <a:ln w="6350">
            <a:solidFill>
              <a:srgbClr val="F0997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169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" y="4334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Splunk, Sentinel  •  Aggregates alerts for analysts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663440" y="4160520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FAECE7"/>
          </a:solidFill>
          <a:ln w="6350">
            <a:solidFill>
              <a:srgbClr val="F0997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4169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SOAR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754880" y="4334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XSOAR, Splunk SOAR  •  Automates response playbooks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65760" y="4663440"/>
            <a:ext cx="8412480" cy="411480"/>
          </a:xfrm>
          <a:prstGeom prst="roundRect">
            <a:avLst>
              <a:gd name="adj" fmla="val 1333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4663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takeaway:  </a:t>
            </a:r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 below the line is an alarm that goes off when the burglar is already inside. RigorOS ensures the locks were installed correctly — so the burglar never gets in.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RigorOS Cybersecurity Lifecycle</dc:title>
  <dc:subject>PptxGenJS Presentation</dc:subject>
  <dc:creator>PptxGenJS</dc:creator>
  <cp:lastModifiedBy>PptxGenJS</cp:lastModifiedBy>
  <cp:revision>1</cp:revision>
  <dcterms:created xsi:type="dcterms:W3CDTF">2026-04-17T15:05:19Z</dcterms:created>
  <dcterms:modified xsi:type="dcterms:W3CDTF">2026-04-17T15:05:19Z</dcterms:modified>
</cp:coreProperties>
</file>