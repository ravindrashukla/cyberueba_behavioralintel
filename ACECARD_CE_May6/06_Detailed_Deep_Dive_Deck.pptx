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ACECARD UEBA: Detailed Technical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Every signal, metric, threshold, and algorithm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963A"/>
                </a:solidFill>
                <a:latin typeface="Segoe UI"/>
              </a:defRPr>
            </a:pPr>
            <a:r>
              <a:t>Supporting Material for ACECARD CE Solution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Segoe UI"/>
              </a:defRPr>
            </a:pPr>
            <a:r>
              <a:t>This deck provides detailed explanations of:</a:t>
            </a:r>
            <a:br/>
            <a:br/>
            <a:r>
              <a:t>1. All 5 behavioral signals with every metric and threshold</a:t>
            </a:r>
            <a:br/>
            <a:r>
              <a:t>2. Dual embedding architecture (5 individual + 1 composite = 9,216-d)</a:t>
            </a:r>
            <a:br/>
            <a:r>
              <a:t>3. Entity fusion and identity resolution</a:t>
            </a:r>
            <a:br/>
            <a:r>
              <a:t>4. All 7 dimensions of an entity</a:t>
            </a:r>
            <a:br/>
            <a:r>
              <a:t>5. 4-component entity signature</a:t>
            </a:r>
            <a:br/>
            <a:r>
              <a:t>6. CUSUM algorithm with exact parameters</a:t>
            </a:r>
            <a:br/>
            <a:r>
              <a:t>7. Drift direction with all 8 concept definitions</a:t>
            </a:r>
            <a:br/>
            <a:r>
              <a:t>8. ABAC trust state machine</a:t>
            </a:r>
            <a:br/>
            <a:r>
              <a:t>9. How we solve Sigma rule decay</a:t>
            </a:r>
            <a:br/>
            <a:r>
              <a:t>10. Key numbers to memorize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Dual Embedding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signal individually embedded (1536-d) + one fused composite = 6 vectors per entity per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CC"/>
                </a:solidFill>
                <a:latin typeface="Segoe UI"/>
              </a:defRPr>
            </a:pPr>
            <a:r>
              <a:t>Each of the 5 signals is INDIVIDUALLY embedded at 1536-d. This enables per-signal drift measurement: "which signal is driving the overall drift?" Additionally, all 5 signals are concatenated and embedded as one COMPOSITE 1536-d vector for holistic entity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377440"/>
            <a:ext cx="2194560" cy="32004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1: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743200"/>
            <a:ext cx="219456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5A87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377440"/>
            <a:ext cx="2194560" cy="3200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2: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743200"/>
            <a:ext cx="219456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C3AED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377440"/>
            <a:ext cx="2194560" cy="3200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3: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743200"/>
            <a:ext cx="219456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4B8A6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377440"/>
            <a:ext cx="219456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4: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743200"/>
            <a:ext cx="219456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9E0B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377440"/>
            <a:ext cx="2194560" cy="32004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5: IDENTITY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743200"/>
            <a:ext cx="219456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3E3E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749039"/>
            <a:ext cx="1161288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767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All 5 signals concatenated and embedded together = 1 COMPOSITE 1536-d vector (holistic entity state)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480560"/>
            <a:ext cx="365760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DIMENSIONS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5 individual signal embeddings: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  5 x 1,536 = 7,680 dimensions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1 composite embedding: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  1 x 1,536 = 1,536 dimensions</a:t>
            </a:r>
          </a:p>
          <a:p>
            <a:pPr>
              <a:spcBef>
                <a:spcPts val="400"/>
              </a:spcBef>
              <a:defRPr sz="1200" b="1">
                <a:solidFill>
                  <a:srgbClr val="00D4AA"/>
                </a:solidFill>
                <a:latin typeface="Segoe UI"/>
              </a:defRPr>
            </a:pPr>
            <a:r>
              <a:t>TOTAL: 6 vectors = 9,216 dimensions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4480560"/>
            <a:ext cx="38404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WHY INDIVIDUAL + COMPOSITE?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8463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Composite drift: "entity behavior changed"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Individual drift: "AUTH signal drove 72% of change"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Per-signal direction: "PROCESS signal drifting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toward lotl_execution (T1059)"</a:t>
            </a:r>
          </a:p>
          <a:p>
            <a:pPr>
              <a:spcBef>
                <a:spcPts val="400"/>
              </a:spcBef>
              <a:defRPr sz="1100" b="1">
                <a:solidFill>
                  <a:srgbClr val="00D4AA"/>
                </a:solidFill>
                <a:latin typeface="Segoe UI"/>
              </a:defRPr>
            </a:pPr>
            <a:r>
              <a:t>Analyst sees WHICH signal + WHAT direction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480560"/>
            <a:ext cx="3749039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EMBEDDING OPTIONS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463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IL5 (NIPR):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OpenAI text-embedding-3-small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IL6 (SIPR):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Local Phi-4 (14B) or Mistral 7B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JWICS (TS/SCI):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Same local SLM, air-gapped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1: AUTH — Authentication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WHO is logging in, WHERE, WHEN, HOW — across all identity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4624 — Successful logon (includes logon type: interactive, network, batch, service)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4625 — Failed logon (includes failure reason: bad password, locked out, expired)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4768 — Kerberos TGT request (initial auth in AD domain)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4769 — Kerberos TGS request (service ticket, indicates resource access)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Okta System Log — SSO events, MFA challenges, factor enrollments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Azure AD (Entra ID) Sign-in Logs — cloud auth, conditional access results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Linux auth.log / PAM — sudo, su, SSH login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AWS CloudTrail — ConsoleLogin, AssumeRole, GetSessionToken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Brute force — failure_rate spikes to 40%+ (ATK-001)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Credential stuffing — multiple new source IPs, high logon_count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Pass-the-Hash — Kerberos anomaly: TGS without prior TGT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Lateral movement — unique_hosts jumps from 2 to 15+ per hour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off-hours — off_hours_ratio shifts from 0.05 to 0.40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Impossible travel — NYC login + Shanghai login within 30 min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MFA bypass — mfa_skip_ratio indicates stolen session tokens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Service account abuse — svc accounts with interactive logon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256032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12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6703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6703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3632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12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logon_count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9263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Total auth events (success + fail)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5-50/hr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9263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&gt;200/hr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512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2189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Failed / total logons (brute force indicator)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0.01-0.05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2189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98848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12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unique_hosts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5115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Distinct machines authenticated 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1-3/hr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5115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&gt;8/hr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&gt;15/hr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91456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512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kerberos_ticket_types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8041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Unusual TGS without TGT or abnormal SPN 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 anomalies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8041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084064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12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50967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Logins outside 0700-1900 local /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0.0-0.10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50967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76672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12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3893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Geo distance / time gap violates physics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3893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669280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12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new_source_ips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6819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IPs never seen in 30-day baseline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6819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&gt;3/day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&gt;5/day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961888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512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9745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Auth events bypassing MFA /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9745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1: AUTH — How Raw Events Become Embedding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The text that gets sent to the embedding model (no raw log content, only 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RAW LOG EVENTS (MANY)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Cascadia Code"/>
              </a:defRPr>
            </a:pPr>
            <a:r>
              <a:t>EventID=4624 User=CORP\jsmith Logon=Interactive Src=10.0.1.42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EventID=4625 User=CORP\jsmith Reason=BadPwd Src=185.73.x.x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EventID=4625 User=CORP\jsmith Reason=BadPwd Src=185.73.x.x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EventID=4768 User=CORP\jsmith Service=krbtgt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EventID=4769 User=CORP\jsmith SPN=MSSQLSvc/db01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Okta: user.session.start john.smith@corp.mil MFA=PUSH</a:t>
            </a:r>
          </a:p>
          <a:p>
            <a:pPr>
              <a:spcBef>
                <a:spcPts val="400"/>
              </a:spcBef>
              <a:defRPr sz="900" b="0">
                <a:solidFill>
                  <a:srgbClr val="8899AA"/>
                </a:solidFill>
                <a:latin typeface="Segoe UI"/>
              </a:defRPr>
            </a:pPr>
            <a:r>
              <a:t>AzureAD: SignIn john.smith@corp.mil ConditionalAccess=Pass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... (47 total events this hour)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  <a:latin typeface="Segoe UI"/>
              </a:defRPr>
            </a:pPr>
            <a:r>
              <a:t>=&gt;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Segoe UI"/>
              </a:defRPr>
            </a:pPr>
            <a:r>
              <a:t>SERIALIZED TEXT (SENT TO EMBEDDER)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AUTH SIGNAL for entity e7a2b3c4: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47 authentication events this window.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8.5% failure rate (4 failures, 43 success).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8 unique hosts contacted (baseline: 2).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2 Kerberos TGS without prior TGT detected.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0.15 off-hours ratio (elevated).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0 impossible travel events.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2 new source IPs (not in 30-day baseline).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0.0 MFA bypass ratio.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06240"/>
            <a:ext cx="11612880" cy="5486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KEY: No usernames, no IP addresses, no hostnames sent to embedding model. Only numerical summaries. The embedding captures the BEHAVIORAL PATTERN, not the identity. Privacy-preserving by design. JWICS-safe with local SLM.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029200"/>
            <a:ext cx="11612880" cy="1371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EMBEDDING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scadia Code"/>
              </a:defRPr>
            </a:pPr>
            <a:r>
              <a:t>text-embedding-3-small(serialized_text) =&gt;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scadia Code"/>
              </a:defRPr>
            </a:pPr>
            <a:r>
              <a:t>[0.0234, -0.0891, 0.0456, 0.1123, -0.0334, 0.0789, ...  ]  (1,536 floating-point numbers)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This vector IS the AUTH behavioral state. Cosine similarity to prior window = drift. Cosine to threat concept =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2: PROCESS — Execution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WHAT programs are running, HOW they are invoked, process tree depth and signing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Sysmon Event ID 1 — Process creation (full cmdline, parent process, hashes, user)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Sysmon Event ID 3 — Network connection (process making outbound connection)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Sysmon Event ID 7 — Image loaded (DLL loads, detects reflective loading)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Sysmon Event ID 8 — CreateRemoteThread (code injection indicator)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CrowdStrike Falcon — Process execution telemetry (cloud-delivered)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Microsoft Defender for Endpoint — Process events + AMSI logs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Linux auditd EXECVE — Process execution with full arguments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LOLBIN DETECTION (THE VOLT TYPHOON SIGNAL)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LoTL binaries tracked (all legitimate Windows tools):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wmic.exe — WMI command-line (system discovery, remote exec)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ntdsutil.exe — AD database utility (credential extraction)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netsh.exe — Network config (firewall mod, port forwarding)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rundll32.exe — DLL execution (loads malicious code)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certutil.exe — Certificate utility (downloads files)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bitsadmin.exe — BITS transfers (stealthy downloads)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mshta.exe — HTML application host (script execution)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regsvr32.exe — COM registration (script proxy execution)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12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6703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6703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3632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12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unique_processes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9263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Distinct process names executed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10-40/hr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9263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&gt;80/hr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&gt;150/hr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512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2189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Shannon entropy of cmdline args (bits)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2.0-3.5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2189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98848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12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5115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Max process tree depth (staged execution)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2-4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5115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91456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512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8041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LoTL binaries used (wmic, ntdsutil, etc.)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0-1/hr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8041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&gt;6/hr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084064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12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50967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Unsigned binaries / total 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0.0-0.05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50967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76672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12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new_process_rate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3893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Processes never seen in 30-day baseline /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0.0-0.02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3893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669280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12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encoded_cmd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6819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PowerShell -EncodedCommand executions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6819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961888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512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inject_thread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9745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CreateRemoteThread events (code injection)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9745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Thresholds Cannot Catch LoTL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individual action is legitimate. Only the TRAJECTORY reveals the attack.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NORMAL SYSADMIN (Tuesday 10 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Cascadia Code"/>
              </a:defRPr>
            </a:pPr>
            <a:r>
              <a:t>10:02  wmic /node:filesvr01 os get caption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(checking OS version before patch)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10:15  netsh advfirewall show allprofiles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(verifying firewall state)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10:45  certutil -urlcache -f https://update.corp/kb123.msp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(downloading approved patch)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lolbin_count = 3   (BELOW any threshold)</a:t>
            </a:r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cmdline_entropy = 2.8   (normal)</a:t>
            </a:r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unique_hosts = 1   (normal)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Embedding drift: 0.02 (baseline noise)</a:t>
            </a:r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CUSUM: +0.005 (nothing accumulating)</a:t>
            </a:r>
          </a:p>
          <a:p>
            <a:pPr>
              <a:spcBef>
                <a:spcPts val="400"/>
              </a:spcBef>
              <a:defRPr sz="1100" b="1">
                <a:solidFill>
                  <a:srgbClr val="14B8A6"/>
                </a:solidFill>
                <a:latin typeface="Segoe UI"/>
              </a:defRPr>
            </a:pPr>
            <a:r>
              <a:t>Direction: no concept projection &gt; 0.15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VOLT TYPHOON (Tuesday 2 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Cascadia Code"/>
              </a:defRPr>
            </a:pPr>
            <a:r>
              <a:t>02:03  wmic /node:dc01 process list brief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02:05  wmic /node:dc01 useraccount list full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02:08  ntdsutil "ac i ntds" "ifm" "create full c:\temp"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02:12  netsh interface portproxy add v4tov4 ...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02:15  netsh advfirewall firewall add rule ...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02:18  rundll32.exe comsvcs.dll MiniDump ...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02:20  certutil -encode c:\temp\ntds.dit c:\temp\o.b64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lolbin_count = 7   (ABOVE threshold? Maybe. But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  a busy admin might also hit 5-6 during patching)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cmdline_entropy = 4.8   (obfuscated args)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off_hours + lolbin + ntdsutil + credential path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Embedding drift: 0.14 (significant shift)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CUSUM: +0.09 (rapidly accumulating)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Direction: lotl_execution=0.71, credential_dumping=0.54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30936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Threshold-only: might alert at lolbin=7, with 50% false positive rate. Trajectory: 0.14 drift toward lotl_execution + credential_dumping = HIGH CONFIDENCE alert with MITRE mapping.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3: NETWORK — Traffic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WHERE data flows, HOW MUCH, HOW REGULARLY (beacon detection), unusual destinations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NetFlow / IPFIX — Router-level flow records (src/dst IP, ports, bytes, duration)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Zeek (formerly Bro) — Full protocol analysis (HTTP, DNS, SSL, SMB, Kerberos)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Palo Alto PAN-OS — App-ID traffic logs with threat verdicts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Fortinet FortiGate — Session logs, web filter, IPS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Cisco Stealthwatch/Secure Network Analytics — Flow anomaly data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AWS VPC Flow Logs — Cloud network flow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1031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C2 beaconing — beacon_score detects regular-interval callbacks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Data exfiltration — bytes_out_ratio inverts (more out than in)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DNS tunneling — dns_query_rate + dns_entropy spike together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Network scanning — unique_dest_ips explodes, internal_scan_ratio rises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Lateral movement — admin share access (C$, ADMIN$, IPC$)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GRE tunneling (Salt Typhoon) — new protocol mix, unauthorized tunnel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474720"/>
            <a:ext cx="11612880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12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48742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48742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30752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12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unique_dest_ips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74345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Distinct destination IPs contacted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5-20/hr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74345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023360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512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bytes_out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03606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Outbound / inbound byte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0.05-0.30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03606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&gt;0.85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315968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12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port_diversity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32866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Unique destination ports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3-10/hr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32866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&gt;25/hr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608576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512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62127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DNS queries per minute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2-15/min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62127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&gt;40/min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&gt;80/min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901184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12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91388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Connection interval regularity (0-1)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0.0-0.15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91388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&gt;0.70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193792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12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geo_anomaly_count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20649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Connections to new countries (vs 30d baseline)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20649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486400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12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admin_share_access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49910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C$, ADMIN$, IPC$ connections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49910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779008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512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internal_scan_ratio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79170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Distinct internal IPs / total connections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0.10-0.30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79170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&gt;0.80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852160"/>
            <a:ext cx="11612880" cy="731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BEACON SCORE EXPLAINED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Coefficient of variation of inter-connection times. C2 malware calls home at regular intervals (e.g., every 60s). Low variance = high score. Normal browsing is irregular = low score. Works even on encrypted traffic because timing metadata is always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4: FILE — File System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WHAT files are accessed, created, modified, deleted — staging, encryption, exfiltration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Sysmon Event ID 11 — File created (full path, process that created it)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4663 — Object access audit (file read/write/delete with SID)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DLP (Data Loss Prevention) — Symantec/Forcepoint/Microsoft Purview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Cloud storage audit — OneDrive/SharePoint/S3 access logs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Linux inotify / auditd — File system change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Ransomware — extension_changes spike (*.docx -&gt; *.docx.encrypted)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Pre-ransomware — shadow_copy_ops (vssadmin delete shadows)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Exfiltration staging — archive_creates (zip/tar/7z creation)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data theft — sensitive_access steady increase over months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Credential theft — access to SAM, NTDS.dit, lsass dump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11612880" cy="25603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12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2131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2131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56432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12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files_created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4691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New files written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0-20/hr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4691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&gt;100/hr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40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512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files_deleted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37617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Files removed per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0-5/hr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37617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&gt;200/hr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41648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12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sensitive_access_count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0543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Access to restricted/classified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0-2/hr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0543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334256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512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archive_creates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3469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zip/tar/rar/7z creations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3469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626864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12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bulk_ops_flag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6395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Bulk copy/move/delete &gt; 100 files in burst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6395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919472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12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extension_change_rate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49321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Files renamed with new extensions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49321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212080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12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large_file_writes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2247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Files &gt;100MB written to disk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2247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504688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512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shadow_copy_ops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5173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vssadmin/wbadmin delete operations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5173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Segoe UI"/>
              </a:defRPr>
            </a:pPr>
            <a:r>
              <a:t>RANSOMWARE DETECTION TIMELINE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T+0: shadow_copy_ops detected (vssadmin delete) -&gt; T+5min: extension_change_rate spikes (encryption starting) -&gt; T+10min: FILE signal drift = 0.42, CUSUM ALARM, direction = defense_evasion(0.81) -&gt; T+11min: ABAC moves to BLOCKED, all access revoked, IR triggered. Total response time: 11 minutes from first indicator.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5: IDENTITY — Privilege &amp; Role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Privilege escalation, group membership changes, MFA bypass, admin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4672 — Special privileges assigned to new logon (admin logon)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Windows Event 4728/4732/4756 — Member added to security group (domain/local/universal)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AWS CloudTrail — IAM role assumption (AssumeRole), policy attachment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Kubernetes audit log — RBAC bindings (ClusterRoleBinding, RoleBinding changes)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Active Directory change log — GPO modifications, delegation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Privilege escalation — group_adds to Domain Admins / Enterprise Admins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MFA bypass — stolen session tokens used without MFA challenge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Service account abuse — svc accounts with interactive logon (should never happen)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Golden ticket — Kerberos delegation changes on DCs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— admin_actions from non-admin role (policy changes, user creation)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11612880" cy="256032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512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2131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2131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56432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512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priv_escalations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4691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Privilege elevation events (sudo, runas, UAC)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0-2/hr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4691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40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512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group_adds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37617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Security group membership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37617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41648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512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mfa_bypass_attempts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0543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Auth succeeding without MFA 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0543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334256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512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role_changes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3469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IAM role assumptions or switches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3469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626864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512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service_acct_use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6395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Service accounts with interactive logon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6395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919472"/>
            <a:ext cx="1161288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512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admin_actions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49321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Account creation, policy changes, GPO mods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0/day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49321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212080"/>
            <a:ext cx="1161288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512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Cascadia Code"/>
              </a:defRPr>
            </a:pPr>
            <a:r>
              <a:t>delegation_changes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2247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Kerberos delegation config modifications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2247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Segoe UI"/>
              </a:defRPr>
            </a:pPr>
            <a:r>
              <a:t>&gt;1/day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SALT TYPHOON IDENTITY PATTERN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Day 1: Initial admin access via CVE-2023-20198 (admin_actions spike). Day 7: AAA config changes + new admin sessions (priv_escalations). Day 30: CALEA intercept system access (service_acct_use from unexpected context). Day 90: Steady CDR access (sensitive_access in FILE signal crosses over). IDENTITY signal drift = 0.31 by Day 30. CUSUM triggers. Direction: privilege_escalation (0.68).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Entity Fusion: Solving Identity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One human, 10+ identifiers, across 6+ systems. Without fusion, lateral movement is invisible.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ONE PERSON = 10+ IDENTIFIERS (John Smith, Tier-2 SOC Analyst)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91640"/>
            <a:ext cx="502920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709928"/>
            <a:ext cx="1645920" cy="219456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Active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CORP\jsmith / S-1-5-21-123...-1234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993392"/>
            <a:ext cx="502920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645920" cy="21945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0208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AD (Entra 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0208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john.smith@corp.mil / ObjectId 8a2b3c4d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295144"/>
            <a:ext cx="502920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" y="2313432"/>
            <a:ext cx="1645920" cy="21945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Okta 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3225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john.smith@corp.mil / 00u1a2b3c4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596896"/>
            <a:ext cx="502920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0040" y="2615184"/>
            <a:ext cx="1645920" cy="21945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6243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AWS IAM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62432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898648"/>
            <a:ext cx="502920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0040" y="2916936"/>
            <a:ext cx="1645920" cy="219456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9260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Kubernetes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926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system:serviceaccount:soc:jsmith-sa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200400"/>
            <a:ext cx="502920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0040" y="3218688"/>
            <a:ext cx="1645920" cy="219456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227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CrowdStrike EDR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22783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aid:abc123def / JSMITH-WS01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502152"/>
            <a:ext cx="502920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20040" y="3520440"/>
            <a:ext cx="1645920" cy="21945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5295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VPN / RADIUS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52958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jsmith@corp.mil (certificate DN)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803904"/>
            <a:ext cx="502920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3822192"/>
            <a:ext cx="1645920" cy="21945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Splunk (SIEM)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8313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src_user=jsmith OR user=CORP\jsmith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105656"/>
            <a:ext cx="5029200" cy="292608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20040" y="4123944"/>
            <a:ext cx="1645920" cy="21945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1330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PKI / CAC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41330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CN=SMITH.JOHN.Q.1234567890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407408"/>
            <a:ext cx="5029200" cy="292608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20040" y="4425696"/>
            <a:ext cx="1645920" cy="219456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44348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TACACS+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434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CCDD"/>
                </a:solidFill>
                <a:latin typeface="Cascadia Code"/>
              </a:defRPr>
            </a:pPr>
            <a:r>
              <a:t>jsmith (network device auth)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Segoe UI"/>
              </a:defRPr>
            </a:pPr>
            <a:r>
              <a:t>=&gt;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1691640"/>
            <a:ext cx="5943600" cy="3108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80" y="17373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RESOLVED ENTITY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21031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Cascadia Code"/>
              </a:defRPr>
            </a:pPr>
            <a:r>
              <a:t>entity_uuid: e7a2b3c4-9f1d-4e8b-a2c7-3d5f6g7h8i9j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24688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   JSMITH-WS01 correlates with AD computer object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All 5 signals from ALL 10 sources feed into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ONE embedding per window. Lateral movement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across 5 systems = 1 strong signal.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029200"/>
            <a:ext cx="5669280" cy="1554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WITHOUT ENTITY FUSION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AD sees: 1 normal logon (score: 0.3)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AAD sees: 1 normal sign-in (score: 0.25)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AWS sees: 1 normal console login (score: 0.2)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K8s sees: 1 normal kubectl exec (score: 0.15)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Result: 4 alerts below threshold. No correlation.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029200"/>
            <a:ext cx="5669280" cy="1554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WITH ENTITY FUSION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  <a:latin typeface="Segoe UI"/>
              </a:defRPr>
            </a:pPr>
            <a:r>
              <a:t>ONE entity with ALL events fused: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  4 cross-system logins in 1 hour (unique_hosts=4)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  2 identity providers + 2 cloud platforms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Composite drift: 0.23 (significant)</a:t>
            </a:r>
          </a:p>
          <a:p>
            <a:pPr>
              <a:spcBef>
                <a:spcPts val="400"/>
              </a:spcBef>
              <a:defRPr sz="1100" b="1">
                <a:solidFill>
                  <a:srgbClr val="00D4AA"/>
                </a:solidFill>
                <a:latin typeface="Segoe UI"/>
              </a:defRPr>
            </a:pPr>
            <a:r>
              <a:t>Result: 1 HIGH alert. Direction: lateral_movement (0.82)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All 7 Dimensions of an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An entity is NOT just a username. It is a rich, multi-dimensional object tracked across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377440" cy="27432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STATIC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3444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entity_uuid, entity_type, identity_map (all linked IDs), org context (OU, role, clearance), peer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38528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1984248"/>
            <a:ext cx="237744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0025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BEHAVIORAL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84248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1536-d composite embedding + 5 individual signal embeddings (7,680-d) = 9,216 total dimensions per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688336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2734056"/>
            <a:ext cx="2377440" cy="2743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7523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TRAJECTORY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34056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Baseline embedding (30-day rolling), drift series, velocity series, acceleration, CUSUM accumulator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38144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" y="3483864"/>
            <a:ext cx="237744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5021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THREAT 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83864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Drift vector (V_current - V_baseline), 8 concept projections, MITRE technique IDs, kill-chain 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187952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4233672"/>
            <a:ext cx="2377440" cy="27432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2519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5. PEER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3367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Cohort membership, peer mean drift, peer z-score, co-drift detection (is the whole group moving?)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937760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" y="4983480"/>
            <a:ext cx="2377440" cy="27432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50017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6. TRUST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98348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Current ABAC state (TRUSTED/WATCH/RESTRICTED/BLOCKED), transition history, enforcement actions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687568"/>
            <a:ext cx="11612880" cy="71323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20040" y="5733288"/>
            <a:ext cx="2377440" cy="2743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7515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7. RELATIONSHIP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733288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Interacted entities (devices, apps), relationship strength (freq+recency), anomalous new pairs, kill-chain links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640080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SIEM has 1 dimension (event count). We have 7. That is why we detect what SIEM cannot.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4-Component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Per entity per window: identity proof, behavioral state, explainability, tamper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926080" cy="27432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IDENTITY-GRAPH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SHA-256 hash of entity resolution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Inputs: all linked identifiers + correlation edges + confidence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proves WHO was resolved, detects identity graph manipulation,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1161288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2468880"/>
            <a:ext cx="292608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BEHAVIORAL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1536-d vector from text-embedding-3-small (or local SLM)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889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Inputs: concatenated 5-signal serialized text (metrics only, no PII)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IS the behavioral state. Enables drift, direction, peer comparison, kill-chain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1161288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" y="3703320"/>
            <a:ext cx="2926080" cy="2743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STRUCTURAL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033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JSONB document with all ~50 raw feature values across 5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233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Example: {"auth":{"logon_count":47,"failure_rate":0.032,...},"process":{...}}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434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explainability (which metric drove drift?), audit (exact numbers at detection time)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892040"/>
            <a:ext cx="1161288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20040" y="4937760"/>
            <a:ext cx="292608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956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HMAC-CHAINED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9377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HMAC-SHA256 chaining each snapshot to the previous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578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Formula: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57784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tamper-evident chain. Modifying any past snapshot breaks ALL subsequent HMACs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126480"/>
            <a:ext cx="11612880" cy="502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Together: forensic-grade behavioral evidence. WHO was resolved (hash). WHAT they did (embedding). WHY the embedding looks that way (features). WHEN it happened with proof of non-tampering (HMAC chain).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CUSUM Algorithm: Catching What Thresholds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Cumulative Sum detects small, sustained behavioral shifts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drift(t) = cosine drift at time t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mu = expected mean drift (from baseline)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k = slack parameter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Key property: S(t) resets to 0 when drift</a:t>
            </a:r>
          </a:p>
          <a:p>
            <a:pPr>
              <a:spcBef>
                <a:spcPts val="400"/>
              </a:spcBef>
              <a:defRPr sz="1100" b="0">
                <a:solidFill>
                  <a:srgbClr val="CCDDCC"/>
                </a:solidFill>
                <a:latin typeface="Segoe UI"/>
              </a:defRPr>
            </a:pPr>
            <a:r>
              <a:t>returns to normal. No false accumulation.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CONCRETE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CC"/>
                </a:solidFill>
                <a:latin typeface="Segoe UI"/>
              </a:defRPr>
            </a:pPr>
            <a:r>
              <a:t>Typical baseline drift sigma = 0.03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  (CUSUM tolerates drift up to baseline+0.015)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  (alarm at 0.12 accumulated excess drift)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Example: sustained drift of 0.04/window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  Excess per window: 0.04 - 0.03 - 0.015 = -0.005</a:t>
            </a:r>
          </a:p>
          <a:p>
            <a:pPr>
              <a:spcBef>
                <a:spcPts val="400"/>
              </a:spcBef>
              <a:defRPr sz="1100" b="0">
                <a:solidFill>
                  <a:srgbClr val="BBCCDD"/>
                </a:solidFill>
                <a:latin typeface="Segoe UI"/>
              </a:defRPr>
            </a:pPr>
            <a:r>
              <a:t>  Wait: that is negative. Need drift &gt; mu+k: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drift 0.06: excess = 0.06-0.03-0.015 = 0.015/win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  ALARM at 0.12/0.015 = 8 windows (~8 hours)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11612880" cy="914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WHY CUSUM CATCHES VOLT TYPHOON BUT THRESHOLDS DO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  <a:latin typeface="Segoe UI"/>
              </a:defRPr>
            </a:pPr>
            <a:r>
              <a:t>Fixed threshold at 0.15: Volt Typhoon drift per window = 0.01-0.04. NEVER crosses 0.15. Attacker operates for 5+ years.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CUSUM at 4-sigma: drift 0.03-0.04/window accumulates. CUSUM triggers in 4-8 days. Dwell time drops from YEARS to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029200"/>
            <a:ext cx="5669280" cy="1554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FIXED THRESHOLD = 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Cascadia Code"/>
              </a:defRPr>
            </a:pPr>
            <a:r>
              <a:t>Window 1:  drift = 0.02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 2:  drift = 0.03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 3:  drift = 0.04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...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Window 100: drift = 0.04  (STILL no alert)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Attacker: 100+ hours undetected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5669280" cy="1554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CUSUM (h = 4*sigma = 0.12)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Cascadia Code"/>
              </a:defRPr>
            </a:pPr>
            <a:r>
              <a:t>Window 1:  S=0.005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Window 2:  S=0.020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Window 3:  S=0.045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Window 5:  S=0.085  (WARNING)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Window 8:  S=0.125  -&gt; ALARM (&gt;0.12)</a:t>
            </a:r>
          </a:p>
          <a:p>
            <a:pPr>
              <a:spcBef>
                <a:spcPts val="400"/>
              </a:spcBef>
              <a:defRPr sz="1000" b="1">
                <a:solidFill>
                  <a:srgbClr val="00D4AA"/>
                </a:solidFill>
                <a:latin typeface="Segoe UI"/>
              </a:defRPr>
            </a:pPr>
            <a:r>
              <a:t>Attacker: detected in 8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Drift Direction: All 8 Threat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concept is a text description embedded into the same 1536-d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011680" cy="22860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34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344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810512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" y="1856232"/>
            <a:ext cx="2011680" cy="228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74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8562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562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RDP/WinRM/SSH to new hosts, admin shares, PtH/PtT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432304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" y="2478024"/>
            <a:ext cx="2011680" cy="2286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4963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780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780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Bytes-out inversion, archive staging, cloud uploads, DNS tunnel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054096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3099816"/>
            <a:ext cx="201168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118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099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9981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Regular-interval callbacks, DGA domains, encrypted C2 channels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675888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" y="3721608"/>
            <a:ext cx="2011680" cy="22860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7398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21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2160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wmic/ntdsutil/netsh/rundll32 chains, encoded PowerShell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297680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20040" y="4343400"/>
            <a:ext cx="2011680" cy="22860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4361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343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3434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Group adds (Domain Admins), sudo abuse, token manipulation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919472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4965192"/>
            <a:ext cx="2011680" cy="228600"/>
          </a:xfrm>
          <a:prstGeom prst="roundRect">
            <a:avLst/>
          </a:prstGeom>
          <a:solidFill>
            <a:srgbClr val="CC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983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651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9651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541264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20040" y="5586984"/>
            <a:ext cx="2011680" cy="228600"/>
          </a:xfrm>
          <a:prstGeom prst="roundRect">
            <a:avLst/>
          </a:prstGeom>
          <a:solidFill>
            <a:srgbClr val="66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5869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5869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Steady sensitive access increase, bulk downloads, data 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6217920"/>
            <a:ext cx="11612880" cy="457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2362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projection = cosine(drift_vector, concept_embedding). Top 3 returned with MITRE IDs. Result: "Entity drifting toward lateral_movement (0.82, T1021) + lotl_execution (0.71, T1059)"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ABAC Trust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Proportional, automated enforcement. Not binary on/off.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143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103120" cy="3200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TRUSTED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2344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health &gt; 70, no CUSUM 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916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4708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Normal operations. Standard access controls. Baseline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8483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Default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377440"/>
            <a:ext cx="11612880" cy="1143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2423160"/>
            <a:ext cx="2103120" cy="32004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41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ELEVATED_WATCH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23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6060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health &lt; 70 OR cusum &gt; 2*sigma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80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03580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Step-up MFA on next auth. Increased log verbosity. Analyst notification.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7355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health &gt; 75 for 24h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66160"/>
            <a:ext cx="11612880" cy="1143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3611880"/>
            <a:ext cx="210312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6118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947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2452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Read-only access. Lateral movement blocked. Incident ticket created.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46227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analyst review + health &gt; 60 for 48h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754880"/>
            <a:ext cx="11612880" cy="1143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20040" y="4800600"/>
            <a:ext cx="2103120" cy="32004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4818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8006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53E3E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98348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2578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53E3E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41324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All access revoked. Active sessions terminated. IR team notified.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65099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IR team manual unlock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89320"/>
            <a:ext cx="1161288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0076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KEY: Response is PROPORTIONAL. No binary lockout from one anomaly. Graduated enforcement. Each level reversible with specific criteria. False positive feedback auto-adjusts baseline. Detection to enforcement: &lt;5 minutes. System improves with analyst feedback, not decays.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We Solve Sigma Rule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Signatures detect TOOLS. We detect OBJECTIVES. Tools change. Objectives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THE PROBLEM: ARMS 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 1: Defender writes Sigma rule for ntdsutil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 2: Rule published (open source / ISAC shared)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 3: PRC actor downloads published rules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 4: Tests tools until no rule matches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Step 5: Deploys modified tool in campaign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Defender retool cycle: 1-3 months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Adversary retool cycle: 2-4 weeks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Coverage DECAYS between rule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OUR SOLUTION: BEHAVIORAL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DCC"/>
                </a:solidFill>
                <a:latin typeface="Segoe UI"/>
              </a:defRPr>
            </a:pPr>
            <a:r>
              <a:t>We do not detect specific tools or commands.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We detect the BEHAVIORAL EFFECT of the attack: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Credential access: entity MUST access cred stores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Lateral movement: entity MUST auth to new targets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Exfiltration: entity MUST send data outbound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Persistence: entity MUST create scheduled tasks/registry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These behavioral effects are INHERENT to the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attack objective. Cannot be changed without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abandoning the attack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1828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EXAMPLE: Attacker changes tool for credential dumping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Segoe UI"/>
              </a:defRPr>
            </a:pPr>
            <a:r>
              <a:t>SIGMA RULE APPROACH: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Cascadia Code"/>
              </a:defRPr>
            </a:pPr>
            <a:r>
              <a:t>Rule: "process_name=ntdsutil"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Attacker switches to secretsdump.py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Rule: MISS (different process name)</a:t>
            </a:r>
          </a:p>
          <a:p>
            <a:pPr>
              <a:spcBef>
                <a:spcPts val="400"/>
              </a:spcBef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Attacker switches to pypykatz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Rule: MISS (another different name)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OUR APPROACH (BEHAVIORAL TRAJECTORY):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51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Regardless of tool used, the BEHAVIOR is identical: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AUTH: new service account patterns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PROCESS: high-priv process accessing LSASS/SAM/NTDS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FILE: access to credential store paths</a:t>
            </a:r>
          </a:p>
          <a:p>
            <a:pPr>
              <a:spcBef>
                <a:spcPts val="400"/>
              </a:spcBef>
              <a:defRPr sz="1100" b="1">
                <a:solidFill>
                  <a:srgbClr val="00D4AA"/>
                </a:solidFill>
                <a:latin typeface="Segoe UI"/>
              </a:defRPr>
            </a:pPr>
            <a:r>
              <a:t>Drift direction: credential_dumping = 0.73 (T1003)</a:t>
            </a:r>
          </a:p>
          <a:p>
            <a:pPr>
              <a:spcBef>
                <a:spcPts val="400"/>
              </a:spcBef>
              <a:defRPr sz="1100" b="1">
                <a:solidFill>
                  <a:srgbClr val="00D4AA"/>
                </a:solidFill>
                <a:latin typeface="Segoe UI"/>
              </a:defRPr>
            </a:pPr>
            <a:r>
              <a:t>Tool-agnostic. Signature-free. Cannot be evaded by retooling.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THE MATHEMATICAL INCOMPATIBILITY: An attacker MUST change behavior to achieve their objective. They can change the tool (ntdsutil -&gt; secretsdump -&gt; mimikatz -&gt; pypykatz). They CANNOT change the behavioral effect (credential access). Signatures detect tools. We detect objectives. Tools change. Objectives cannot.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Numbers to Memorize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Have these on the tip of your tongue for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21615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52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Volt Typhoon dwell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627632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" y="165506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673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Salt Typhoon dwell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66544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0040" y="209397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112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30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US telecoms compromised (Salt)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505456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0040" y="253288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551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569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FW breaches = misconfig (Gartner)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944368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297180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Attacks stopped by KEV patching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8328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" y="341071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Config state space (ASM samples)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822192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20040" y="384962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867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Embedding dimensions per signal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261104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20040" y="428853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306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Total dims (6 x 1536)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700016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20040" y="472744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764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Behavioral signals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138928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20040" y="516636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2029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MITRE threat concepts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557784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20040" y="560527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5623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6418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CUSUM alarm threshold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18872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263640" y="121615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1234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1252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Event to analysis per entity window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1627632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63640" y="165506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60" y="1673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Entities processed per 4-vCPU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066544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263640" y="209397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0" y="2112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270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2130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Synthetic data in prototype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2505456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263640" y="253288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09360" y="2551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2569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Attack scenarios detectable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944368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63640" y="297180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0936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SOC dashboard charts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338328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263640" y="341071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09360" y="3429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30-45 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Current analyst triage time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3822192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263640" y="384962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09360" y="3867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Our triage time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4261104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263640" y="428853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09360" y="4306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22CT Army SOC contract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4700016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263640" y="472744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09360" y="4745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4764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Cleared analysts on contract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5138928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263640" y="516636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0936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52029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Time to first detection capability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0" y="5577840"/>
            <a:ext cx="566928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263640" y="560527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309360" y="5623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56418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5015</Words>
  <Application>Microsoft Office PowerPoint</Application>
  <PresentationFormat>Widescreen</PresentationFormat>
  <Paragraphs>698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2026-05-04T14:20:16Z</dcterms:modified>
  <cp:category/>
</cp:coreProperties>
</file>