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Detecting the Undetectable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8600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8E0"/>
                </a:solidFill>
                <a:latin typeface="Calibri"/>
              </a:defRPr>
            </a:pPr>
            <a:r>
              <a:t>How Nation-State Attackers Operate Undetected for Years</a:t>
            </a:r>
            <a:br/>
            <a:r>
              <a:t>Inside Critical Infrastructure — and How AI Changes 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V-Intelligence UEBA: The Behavioral Digital Twin for Cyber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Threat Landscape Has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Nation-state attackers no longer break in — they blend in. They use legitimate credentials, standard protocols, and built-in system tools. They look exactly like your employees.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287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time to</a:t>
            </a:r>
            <a:br/>
            <a:r>
              <a:t>detect a breach</a:t>
            </a:r>
            <a:br/>
            <a:r>
              <a:t>(IBM 2024)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011680"/>
            <a:ext cx="2468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0392B"/>
                </a:solidFill>
                <a:latin typeface="Calibri"/>
              </a:defRPr>
            </a:pPr>
            <a:r>
              <a:t>$4.88M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Average cost of</a:t>
            </a:r>
            <a:br/>
            <a:r>
              <a:t>a data breach</a:t>
            </a:r>
            <a:br/>
            <a:r>
              <a:t>(IBM 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Salt Typhoon in</a:t>
            </a:r>
            <a:br/>
            <a:r>
              <a:t>US telecom before</a:t>
            </a:r>
            <a:br/>
            <a:r>
              <a:t>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011680"/>
            <a:ext cx="25603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2011680"/>
            <a:ext cx="246888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7E22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05050"/>
                </a:solidFill>
                <a:latin typeface="Calibri"/>
              </a:defRPr>
            </a:pPr>
            <a:r>
              <a:t>Volt Typhoon in</a:t>
            </a:r>
            <a:br/>
            <a:r>
              <a:t>US critical infra</a:t>
            </a:r>
            <a:br/>
            <a:r>
              <a:t>before 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DEDEC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The New Reality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These are not hypothetical scenarios. In 2024, the US government disclosed that Chinese state-sponsored groups had been operating undetected inside American telecom and critical infrastructure for years.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cybersecurity tools — SIEM rules, anomaly detection algorithms, threshold-based alerts — were deployed at every compromised organization. None of them detected the intrusion.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The attackers were not invisible because they were sophisticated. They were invisible because the detection methods are fundamentally blind to their approach.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Salt Typhoon — 5 Years Inside US Telecom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980B9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Reconnaissance begins against US telecom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~2021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Active penetration of telecom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2021-2024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access to AT&amp;T, Verizon, T-Mobile, Lumen, Charter, Windstream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Accessed CALEA lawful intercept / wiretap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Harvested call metadata of 1M+ users, including senior US officials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Sept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FBI and CISA discover the breach — not the telecom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Oct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Public disclosure; 9 US telecoms confirmed compromised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Every Detection System Failed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Used legitimate network protocols — no malware signatures to detect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Maintained normal traffic volumes — never spiked bandwidth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Operated with valid credentials — no brute force, no credential stuffing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Exploited lawful intercept systems — outside standard SIEM 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CALEA systems managed separately from customer-facing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Every traditional SIEM rule, IDS signature, and anomaly threshold was in place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None detected the intrusion — for over five years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Case Study: Volt Typhoon — 5 Years in Critical Infrastructure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4864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39496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E44AD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~2019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Initial access to US critical infrastructure 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2019-2023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68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Persistent presence in energy, water, telecom, transportation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Ongoing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17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Pre-positioned for disrupting US-Asia communications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5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56615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Microsoft Threat Intelligence publicly discloses the campaign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May 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CISA/NSA/FBI publish Joint Advisory AA23-144A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63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Feb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63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CISA confirms 5 years of persistent access in some 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7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120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Follow-up Advisory AA24-038A documents full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8016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28016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Why "Living Off the Land" Is Undetectable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Zero malware deployed — used only built-in OS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PowerShell, WMI, cmd, netsh — tools every admin uses 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175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Authenticated with stolen valid credentials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6615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Lateral movement looked identical to IT maintenance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No anomalous traffic patterns — everything within normal bounds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EDR, SIEM, IDS all deployed — all failed to detect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12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✗ Discovered by Microsoft threat researchers, not by deployed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86400"/>
            <a:ext cx="11064240" cy="73152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Common thread: Both Salt Typhoon and Volt Typhoon were discovered by external researchers — not by any security tool deployed at the compromised organizations. The tools were there. They simply cannot see this type of attack.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Full Threat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Nation-state actors, insiders, and patient adversaries each exploit a different blind spot. No organization faces just one threat category.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Salt Typhoon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Wiretap compromise</a:t>
            </a:r>
            <a:br/>
            <a:r>
              <a:t>9 US telecom providers  |  Call metadata of senior officials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Nation-State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Volt Typhoon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97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5+ years undetected  |  Critical infrastructure</a:t>
            </a:r>
            <a:br/>
            <a:r>
              <a:t>Living Off the Land  |  Pre-positioned for disruption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114800"/>
            <a:ext cx="64008" cy="1645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Trusted Employee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8-month gradual escalation  |  Authorized credentials</a:t>
            </a:r>
            <a:br/>
            <a:r>
              <a:t>All actions individually legitimate  |  Slow data exfiltration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82880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14800"/>
            <a:ext cx="64008" cy="1645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1605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Slow APT Campaign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4805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7E22"/>
                </a:solidFill>
                <a:latin typeface="Calibri"/>
              </a:defRPr>
            </a:pPr>
            <a:r>
              <a:t>Patient Attacker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D2DC"/>
                </a:solidFill>
                <a:latin typeface="Calibri"/>
              </a:defRPr>
            </a:pPr>
            <a:r>
              <a:t>180-day campaign  |  Below every threshold</a:t>
            </a:r>
            <a:br/>
            <a:r>
              <a:t>No single anomalous week  |  Credential harvesting + lateral movement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Each exploits a different blind spot. No single tool covers all four.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Every Traditional Approach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Traditional cybersecurity tools are designed for a threat model that no longer exists.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Signature-Based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IDS / Antivirus / EDR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Looks for known malware patterns and attack signatures.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uses no malware — only legitimate tools that are already whitelisted.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Salt Typhoon and Volt Typhoon deployed zero malware. Every file on disk was legitimate.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Rule-Based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SIEM Rules / Correlation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Triggers on predefined conditions — failed logins, privilege escalation, data thresholds.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Attacker stays below every threshold. 5% more data each week never triggers a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Every rule at AT&amp;T, Verizon, and 7 other telecoms was in place. None fired for 5+ years.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828800"/>
            <a:ext cx="35661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Statistical Anomaly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Flags users whose individual metrics deviate from the statistical mean.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474720"/>
            <a:ext cx="3291840" cy="82296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520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Fails when: No single metric is abnormal enough. The attack is in the combination, not any one number.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Our testing: 4 simulated nation-state attacks — Isolation Forest, SVM, and LOF detect zero.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fundamental problem: These tools ask "is any one number abnormal?" — but modern attackers ensure that no single number ever is. The attack is invisible to every tool that looks at individual metrics.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Innovation: Behavioral Digital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creates a behavioral digital twin for every entity in your environment — a rich, multi-dimensional representation of how each user, device, and application behaves. Not what numbers they generate. How they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2120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Raw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Monitors individual numbers: login count, bytes transferred, failed auths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Each metric checked independently against static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understanding of relationships between behaviors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No context: "50 logins" means the same whether you're IT or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✗  Attacker stays below threshold on every metric → invisible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03120"/>
            <a:ext cx="530352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103120"/>
            <a:ext cx="52120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Behavioral Digital Twin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Creates a unified behavioral profile capturing all activity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46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Understands the meaning of actions — not just the magnitude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Captures cross-dimensional relationships (access + data + network)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51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Context-aware: knows what "normal" means for each individual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754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✓  Detects behavioral change patterns invisible to metric-by-metric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digital twin doesn't ask "is this number abnormal?" — it asks "has this person fundamentally changed how they work?" That is the question Salt Typhoon and Volt Typhoon attackers cannot evade.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Multi-Tier Detection: Progressive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employs a multi-tier approach — each layer adds detection capability that the previous layer cannot achieve.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34747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651760"/>
            <a:ext cx="2103120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0 of 4 attacks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Threshold-based anomaly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Checks individual metrics independently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Misses attacks where no single metric spikes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Every deployed tool uses this approach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Result: Catches nothing. Every attacker stays below every threshold.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828800"/>
            <a:ext cx="34747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Statistical Pattern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2651760"/>
            <a:ext cx="210312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1 of 4 attacks detected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Multi-dimensional statistical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Cross-correlates feature combinations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louder anomalies that cross statistical bounds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Volt Typhoon (noisier LotL campaign)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Result: Catches Volt Typhoon only. 3 stealthier attacks remain invisible.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28800"/>
            <a:ext cx="35661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828800"/>
            <a:ext cx="34747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Full Behavioral Intelligence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265176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  4 of 4 attacks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Behavioral digital twin per entity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Multi-dimensional behavioral profiling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Detects subtle pattern shifts across all contexts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▸ Catches Salt Typhoon, Insider, Slow APT, Volt Typhoon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2040"/>
            <a:ext cx="3291840" cy="50292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9377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Result: All 4 attacks detected at 8.5% false positive rate.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06424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33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0 / 4  →  1 / 4  →  4 / 4    |    Each tier catches what the previous tier cannot see. The behavioral digital twin is the breakthrough layer.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V-Intelligence UEBA Works — 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transforms raw security telemetry into behavioral intelligence through a multi-stage pipeline: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470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47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Security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288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Authentication logs, file access, network traffic, endpoint events, DNS queries — the same data your SIEM already collects.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4572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243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24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060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AI creates a multi-dimensional behavioral profile for every user, device, and application. Captures HOW entities behave, not just WHAT numbers they generate.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83280"/>
            <a:ext cx="457200" cy="4572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01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4015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Behavioral Change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Continuously monitors each entity's digital twin for meaningful behavioral changes. Detects when behavior shifts — even when no individual metric is abnormal.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4572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78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Composite Risk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6052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Multi-phase scoring evaluates signal strength, breadth, sustained deviation, and behavioral context to produce a single composite risk score per 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4572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560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Analyst Priority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93776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All entities ranked by composite score. Analysts start at #1 and work down. No threshold tuning. No alert fatigue. No false alarm floods.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457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710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05050"/>
                </a:solidFill>
                <a:latin typeface="Calibri"/>
              </a:defRPr>
            </a:pPr>
            <a:r>
              <a:t>No new data sources required — V-Intelligence UEBA works with the telemetry your environment already produces.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Who Catches What?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250 users, 19 weeks, 4 attack campaigns — traditional methods vs V-Intelligence UEBA: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29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 /  One-Class SVM  /  LOF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USR-156</a:t>
            </a:r>
            <a:br/>
            <a:r>
              <a:t>Insider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USR-234</a:t>
            </a:r>
            <a:br/>
            <a:r>
              <a:t>APT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USR-042</a:t>
            </a:r>
            <a:br/>
            <a:r>
              <a:t>Volt Typhoon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D1B2A"/>
                </a:solidFill>
                <a:latin typeface="Calibri"/>
              </a:defRPr>
            </a:pPr>
            <a:r>
              <a:t>USR-118</a:t>
            </a:r>
            <a:br/>
            <a:r>
              <a:t>Salt Typhoon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331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51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651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14.6%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71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LOF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971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4.5%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160020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6184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 of 4 detected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50292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OUR INTERMEDIATE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5021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Statistical Pattern Detection (Z-Score |z|&gt;3)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Z-Score (|z| &gt;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3794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9.8%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3474720"/>
            <a:ext cx="16459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3493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 of 4 detected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114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67E22"/>
                </a:solidFill>
                <a:latin typeface="Calibri"/>
              </a:defRPr>
            </a:pPr>
            <a:r>
              <a:t>Catches Volt Typhoon only — Insider, Slow APT, and Salt Typhoon remain invisible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72000"/>
            <a:ext cx="50292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 + COMPOSITE SCORING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46908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→ 5-Phase Anomaly Detection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D1B2A"/>
                </a:solidFill>
                <a:latin typeface="Calibri"/>
              </a:defRPr>
            </a:pPr>
            <a:r>
              <a:t>Composite Score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8.5%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58400" y="4663440"/>
            <a:ext cx="164592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04120" y="46817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 of 4 detected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394960"/>
            <a:ext cx="1124712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  <a:latin typeface="Calibri"/>
              </a:defRPr>
            </a:pPr>
            <a:r>
              <a:t>Traditional: 0 /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67E22"/>
                </a:solidFill>
                <a:latin typeface="Calibri"/>
              </a:defRPr>
            </a:pPr>
            <a:r>
              <a:t>Intermediate: 1 /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54864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8E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54406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7AE60"/>
                </a:solidFill>
                <a:latin typeface="Calibri"/>
              </a:defRPr>
            </a:pPr>
            <a:r>
              <a:t>V-Intelligence UEBA: 4 /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C8E0"/>
                </a:solidFill>
                <a:latin typeface="Calibri"/>
              </a:defRPr>
            </a:pPr>
            <a:r>
              <a:t>Each tier catches what the previous tier cannot see.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V-Intelligence UEBA Digital Twin: All 4 Attackers Ranked in Top 10%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250 users, same data. V-Intelligence UEBA's behavioral digital twin identifies every attacker:</a:t>
            </a:r>
          </a:p>
        </p:txBody>
      </p:sp>
      <p:pic>
        <p:nvPicPr>
          <p:cNvPr id="5" name="Picture 4" descr="tier3_sec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the Digital Twin Separates Attackers from Normal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V-Intelligence UEBA's behavioral analysis creates clear separation that traditional algorithms cannot achieve — attackers are visible in the ranked composite score:</a:t>
            </a:r>
          </a:p>
        </p:txBody>
      </p:sp>
      <p:pic>
        <p:nvPicPr>
          <p:cNvPr id="5" name="Picture 4" descr="tier3_sec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Verdict: Traditional 0/4 — Intermediate 1/4 — V-Intelligence UEBA 4/4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Same data, same users — three fundamentally different outcomes: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290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TRADITIONAL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Isolation Forest / SVM / LOF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C0392B"/>
                </a:solidFill>
                <a:latin typeface="Calibri"/>
              </a:defRPr>
            </a:pPr>
            <a:r>
              <a:t>0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Fixed thresholds on 23 scalar features. Attackers who stay within normal statistical ranges are invisible — no individual metric is abnormal enough to cross a detection boundary.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324612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Best FP: 4.5% (LOF) — but detects nothing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554480"/>
            <a:ext cx="34290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  <a:latin typeface="Calibri"/>
              </a:defRPr>
            </a:pPr>
            <a:r>
              <a:t>INTERMEDIATE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Z-Score (|z|&gt;3) — Our Statistical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67E22"/>
                </a:solidFill>
                <a:latin typeface="Calibri"/>
              </a:defRPr>
            </a:pPr>
            <a:r>
              <a:t>1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Detects single-feature spikes beyond 3 standard deviations. Catches the most aggressive attacker (Volt Typhoon) but misses slow, distributed campaigns that stay below the threshold on every individual metric.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160520"/>
            <a:ext cx="324612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1B2A"/>
                </a:solidFill>
                <a:latin typeface="Calibri"/>
              </a:defRPr>
            </a:pPr>
            <a:r>
              <a:t>FP: 9.8% — catches Volt Typhoon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554480"/>
            <a:ext cx="352044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554480"/>
            <a:ext cx="34290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66420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V-INTELLIGENCE UEBA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9385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50"/>
                </a:solidFill>
                <a:latin typeface="Calibri"/>
              </a:defRPr>
            </a:pPr>
            <a:r>
              <a:t>Behavioral Digital Twin + 5-Phase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240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7AE60"/>
                </a:solidFill>
                <a:latin typeface="Calibri"/>
              </a:defRPr>
            </a:pPr>
            <a:r>
              <a:t>4 of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34640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505050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31546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Converts telemetry into multi-dimensional behavioral profiles that capture meaning, not just magnitude. Composite scoring fuses five analysis phases into one ranked priority list for analysts.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160520"/>
            <a:ext cx="324612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20624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FP: 8.5% — all 4 attacks detected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29200"/>
            <a:ext cx="11247120" cy="59436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builds the behavioral digital twin. Composite Scoring detects the anomaly.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321808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0C8E0"/>
                </a:solidFill>
                <a:latin typeface="Calibri"/>
              </a:defRPr>
            </a:pPr>
            <a:r>
              <a:t>4/4 attacks detected at 8.5% FP — vs 0/4 traditional, 1/4 intermediate.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760720"/>
            <a:ext cx="11247120" cy="5486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79008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Real-World Validation: Salt Typhoon (USR-118)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C8E0"/>
                </a:solidFill>
                <a:latin typeface="Calibri"/>
              </a:defRPr>
            </a:pPr>
            <a:r>
              <a:t>5+ years undetected by every traditional tool. V-Intelligence UEBA ranks it #1 out of 250 users (score: 51.3).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Unique Results: What V-Intelligence UEBA Achieved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Four distinct attack campaigns. Four different evasion strategies. All detected and ranked.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USR-118 — Salt Typhoon Telecom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Telecom infrastructure pivot — router config exfiltration, call metadata harvesting, DNS tunneling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48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100th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828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alibri"/>
              </a:defRPr>
            </a:pPr>
            <a:r>
              <a:t>Mirrors real Salt Typhoon — 5+ years undetected worldwide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1115568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6B8A"/>
                </a:solidFill>
                <a:latin typeface="Calibri"/>
              </a:defRPr>
            </a:pPr>
            <a:r>
              <a:t>USR-156 — Insider Threat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Gradual privilege escalation — restricted file access, off-hours activity, slow data exfiltration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46.2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91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 / 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99th percentile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71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6B8A"/>
                </a:solidFill>
                <a:latin typeface="Calibri"/>
              </a:defRPr>
            </a:pPr>
            <a:r>
              <a:t>Slow 8-month escalation — no single week anomalous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1115568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USR-234 — Slow APT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Low-and-slow persistent access — credential harvesting, lateral movement across network segments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4F72"/>
                </a:solidFill>
                <a:latin typeface="Calibri"/>
              </a:defRPr>
            </a:pPr>
            <a:r>
              <a:t>19.4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434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#7 / 250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97th percentile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114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4F72"/>
                </a:solidFill>
                <a:latin typeface="Calibri"/>
              </a:defRPr>
            </a:pPr>
            <a:r>
              <a:t>180-day campaign — deliberately stays below every threshold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074920"/>
            <a:ext cx="1124712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1115568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 — Volt Typhoon LOTL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050"/>
                </a:solidFill>
                <a:latin typeface="Calibri"/>
              </a:defRPr>
            </a:pPr>
            <a:r>
              <a:t>Living-off-the-land — PowerShell, WMI, legitimate tools, no malware deployed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212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44AD"/>
                </a:solidFill>
                <a:latin typeface="Calibri"/>
              </a:defRPr>
            </a:pPr>
            <a:r>
              <a:t>13.7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577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69696"/>
                </a:solidFill>
                <a:latin typeface="Calibri"/>
              </a:defRPr>
            </a:pPr>
            <a:r>
              <a:t>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1B2A"/>
                </a:solidFill>
                <a:latin typeface="Calibri"/>
              </a:defRPr>
            </a:pPr>
            <a:r>
              <a:t>#24 / 250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577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90th percentile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52578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E44AD"/>
                </a:solidFill>
                <a:latin typeface="Calibri"/>
              </a:defRPr>
            </a:pPr>
            <a:r>
              <a:t>Mirrors real Volt Typhoon — only built-in OS tools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6263640"/>
            <a:ext cx="1106424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29107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All 4 attackers in top 10%  |  8.5% false positive rate  |  Zero threshold tuning  |  Traditional methods: 0 of 4 detected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Validation: Salt Typhoon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C8E0"/>
                </a:solidFill>
                <a:latin typeface="Calibri"/>
              </a:defRPr>
            </a:pPr>
            <a:r>
              <a:t>Our simulation replicates Salt Typhoon's exact attack pattern. The results confirm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In the Real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Salt Typhoon operated inside US telecom for 5+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Accessed wiretap systems of senior government officials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9 telecom providers compromised (AT&amp;T, Verizon, T-Mobile...)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Discovered by FBI/CISA — not by any deployed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Every SIEM rule, IDS, and anomaly algorithm was in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In Our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Same attack pattern simulated among 250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▸ All traditional algorithms: MISSED (max z-score = 1.71)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7AE60"/>
                </a:solidFill>
                <a:latin typeface="Calibri"/>
              </a:defRPr>
            </a:pPr>
            <a:r>
              <a:t>▸ V-Intelligence UEBA Composite Score: 51.3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899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V-Intelligence UEBA Rank: #1 out of 250 users (100th percentile)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03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★ Strongest behavioral anomaly in the entire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72000"/>
            <a:ext cx="11064240" cy="1097280"/>
          </a:xfrm>
          <a:prstGeom prst="roundRect">
            <a:avLst/>
          </a:prstGeom>
          <a:solidFill>
            <a:srgbClr val="14283C"/>
          </a:solidFill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The same threshold-based detection that failed for 5+ years in the real world fails identically in our simulation. V-Intelligence UEBA's behavioral digital twin ranks the identical attack pattern as the #1 anomaly — not because any single number is abnormal, but because the digital twin understands that the overall behavior has fundamentally changed.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5+ years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undetected by</a:t>
            </a:r>
            <a:br/>
            <a:r>
              <a:t>traditional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V-Intelligence UEBA rank</a:t>
            </a:r>
            <a:br/>
            <a:r>
              <a:t>(highest anomaly)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51.3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composite</a:t>
            </a:r>
            <a:br/>
            <a:r>
              <a:t>behavioral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5715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0 of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6035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C8E0"/>
                </a:solidFill>
                <a:latin typeface="Calibri"/>
              </a:defRPr>
            </a:pPr>
            <a:r>
              <a:t>traditional methods</a:t>
            </a:r>
            <a:br/>
            <a:r>
              <a:t>that detected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V-Intelligence UEBA Succeeds Where Others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Every existing approach has a structural blind spot. V-Intelligence UEBA's behavioral digital twin eliminates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Traditional SIEM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Checks thresholds on individual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87452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where no metric exceeds its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82880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87452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103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Understands behavior holistically — no threshold to stay below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EDR / 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Monitors endpoint activity for known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292608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297180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0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credential-based attacks using legitimate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92608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2004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Profiles the entity, not the tool — detects behavioral change regardless of tooling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23360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Detection (NDR)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Inspects traffic for signatures and anomalies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023360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069080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976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Misses attacks using legitimate protocols at normal volumes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690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2976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Captures network behavior as one dimension of a multi-dimensional behavioral twin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20639"/>
            <a:ext cx="22860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120639"/>
            <a:ext cx="21945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577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Existing UEBA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532119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96"/>
                </a:solidFill>
                <a:latin typeface="Calibri"/>
              </a:defRPr>
            </a:pPr>
            <a:r>
              <a:t>Statistical deviation on aggregated user metrics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26080" y="5120639"/>
            <a:ext cx="3657600" cy="914400"/>
          </a:xfrm>
          <a:prstGeom prst="round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63240" y="5166359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Blind Spot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5394959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Fails when no single metric deviates enough — the "combination" problem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0" y="5120639"/>
            <a:ext cx="4937760" cy="9144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516635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V-Intelligence UEBA Advantage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394959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Digital twin captures cross-dimensional behavioral patterns that scalar metrics 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is not an incremental improvement — it is a new class of detection. The behavioral digital twin sees what no threshold-based system can.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integrates with your existing security infrastructure — no new sensors, no new data collection agents.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017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6B8A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Authentication Logs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File Access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Network Traffic Metadata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6908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Endpoint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2651760" cy="365760"/>
          </a:xfrm>
          <a:prstGeom prst="round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DNS Query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6B8A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920240"/>
            <a:ext cx="384048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920240"/>
            <a:ext cx="374904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V-Intelligence UEBA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60604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Behavioral Profiling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Digital twin per 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47472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Continuous Monitoring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Real-time behavioral change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343400"/>
            <a:ext cx="3291840" cy="6858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  Composite Scoring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  Multi-phase risk 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1920240"/>
            <a:ext cx="31089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32520" y="1920240"/>
            <a:ext cx="3017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Analyst Output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56032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Ranked Priority 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306324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Risk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56616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Alert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406908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Investigation Context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4572000"/>
            <a:ext cx="2651760" cy="36576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D1B2A"/>
                </a:solidFill>
                <a:latin typeface="Calibri"/>
              </a:defRPr>
            </a:pPr>
            <a:r>
              <a:t>  Compliance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Cloud or on-premise deployment  |  Works with existing security infrastructure  |  No new sensors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Federal &amp; Critical Infrastructure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V-Intelligence UEBA directly addresses the mandates and frameworks that govern federal and critical infrastructure cybersecurity.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303520" cy="5486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980B9"/>
                </a:solidFill>
                <a:latin typeface="Calibri"/>
              </a:defRPr>
            </a:pPr>
            <a:r>
              <a:t>Executive Order 14028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Improving the Nation's Cybersecurity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Mandates enhanced detection capabilities and continuous monitoring across federal agencies. Requires visibility into advanced persistent threats that evade traditional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8A"/>
                </a:solidFill>
                <a:latin typeface="Calibri"/>
              </a:defRPr>
            </a:pPr>
            <a:r>
              <a:t>NIST SP 800-53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Continuous Monitoring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146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analytics for insider threat and APT detection. V-Intelligence UEBA provides the continuous behavioral monitoring that AU, SI, and CA control families require.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530352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NIST SP 800-207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Zero Trust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behavioral verification beyond initial authentication. The behavioral digital twin provides ongoing trust assessment that Zero Trust demands.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840480"/>
            <a:ext cx="53949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840480"/>
            <a:ext cx="530352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CISA LOTL Guidance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251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69696"/>
                </a:solidFill>
                <a:latin typeface="Calibri"/>
              </a:defRPr>
            </a:pPr>
            <a:r>
              <a:t>Living Off the Land Mitigation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262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Directly addresses Salt Typhoon and Volt Typhoon TTPs. V-Intelligence UEBA detects the behavioral patterns of credential-based, tool-free attack campaigns.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43600"/>
            <a:ext cx="1106424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V-Intelligence UEBA provides the behavioral intelligence layer that existing perimeter and endpoint tools cannot.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64592"/>
          <a:lstStyle/>
          <a:p>
            <a:pPr algn="l">
              <a:spcBef>
                <a:spcPts val="1200"/>
              </a:spcBef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Business Impact: What V-Intelligence UEBA Means for Your Organization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73152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Detect Nation-State Threats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Identify Salt Typhoon-class and Volt Typhoon-class attacks that have operated undetected at major US organizations for years. The behavioral digital twin detects the threats that no existing tool can see.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645920"/>
            <a:ext cx="36576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4 of 4 attack types 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73152" cy="109728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Eliminate the Detection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Close the gap between attacker dwell time (287 days industry average) and detection. V-Intelligence UEBA's digital twin identifies behavioral anomalies within weeks, not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80360"/>
            <a:ext cx="365760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Weeks vs 5-year dwell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73152" cy="10972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4F72"/>
                </a:solidFill>
                <a:latin typeface="Calibri"/>
              </a:defRPr>
            </a:pPr>
            <a:r>
              <a:t>Reduce SOC Burden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245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One ranked list replaces thousands of uncorrelated alerts. Your analysts investigate the highest-risk entities first — not the loudest false alarms.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114800"/>
            <a:ext cx="365760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Single ranked priority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73152" cy="109728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48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Future-Proof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5896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The behavioral digital twin adapts as user behavior naturally evolves. No signature updates, no threshold tuning, no rules to maintain.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5349240"/>
            <a:ext cx="365760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  Zero manual tuning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035040"/>
            <a:ext cx="11064240" cy="5486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V-Intelligence UEBA detects the threats that made headlines — before they make yours.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Salt Typhoon: 5 years undetected.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0C8E0"/>
                </a:solidFill>
                <a:latin typeface="Calibri"/>
              </a:defRPr>
            </a:pPr>
            <a:r>
              <a:t>Volt Typhoon: 5 years undetected.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B7950B"/>
                </a:solidFill>
                <a:latin typeface="Calibri"/>
              </a:defRPr>
            </a:pPr>
            <a:r>
              <a:t>V-Intelligence UEBA: Detected immediately.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The Behavioral Digital Twin for Cyber Defense</a:t>
            </a:r>
            <a:br/>
            <a:r>
              <a:t>AI-Powered Intelligence for Threats That Traditional Tools Cannot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attack types</a:t>
            </a:r>
            <a:br/>
            <a:r>
              <a:t>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#1 / 250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Salt Typhoon</a:t>
            </a:r>
            <a:br/>
            <a:r>
              <a:t>ranked highest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false positive</a:t>
            </a:r>
            <a:br/>
            <a: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846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7AE60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5303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C8E0"/>
                </a:solidFill>
                <a:latin typeface="Calibri"/>
              </a:defRPr>
            </a:pPr>
            <a:r>
              <a:t>threshold tuning</a:t>
            </a:r>
            <a:br/>
            <a: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96"/>
                </a:solidFill>
                <a:latin typeface="Calibri"/>
              </a:defRPr>
            </a:pPr>
            <a:r>
              <a:t>22nd Century Technologies, Inc.  |  V-Intelligence UEBA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