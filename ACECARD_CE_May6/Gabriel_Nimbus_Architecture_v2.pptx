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Streaming Architecture on Gabriel Nimbus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Cloud-native behavioral detection pipeline. End-to-end LOTL detection in 1-5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17320"/>
            <a:ext cx="1828800" cy="3200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17320"/>
            <a:ext cx="18288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630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DODIN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40"/>
            <a:ext cx="1463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Segoe UI"/>
              </a:defRPr>
            </a:pPr>
            <a:r>
              <a:t>NGFW / IPS Logs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Identity (AD, Okta, Entra, TACACS+)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Endpoint (EDR / Sysmon)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Network (NetFlow, DNS, VPC)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Cloud (CloudTrail, Azure)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346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17320"/>
            <a:ext cx="1280160" cy="320040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55448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Georgia"/>
              </a:defRPr>
            </a:pPr>
            <a:r>
              <a:t>Kafka</a:t>
            </a:r>
            <a:br/>
            <a:r>
              <a:t>/ Kinesis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40280"/>
            <a:ext cx="1005840" cy="127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377440"/>
            <a:ext cx="10972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C8E0"/>
                </a:solidFill>
                <a:latin typeface="Segoe UI"/>
              </a:defRPr>
            </a:pPr>
            <a:r>
              <a:t>Per-source topics</a:t>
            </a:r>
          </a:p>
          <a:p>
            <a:pPr>
              <a:spcBef>
                <a:spcPts val="800"/>
              </a:spcBef>
              <a:defRPr sz="1000" b="0">
                <a:solidFill>
                  <a:srgbClr val="A0C8E0"/>
                </a:solidFill>
                <a:latin typeface="Segoe UI"/>
              </a:defRPr>
            </a:pPr>
            <a:r>
              <a:t>Independent consumer groups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00" b="0">
                <a:solidFill>
                  <a:srgbClr val="7A9BBE"/>
                </a:solidFill>
                <a:latin typeface="Segoe UI"/>
              </a:defRPr>
            </a:pPr>
            <a:r>
              <a:t>Event-time watermarks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346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417320"/>
            <a:ext cx="3291840" cy="32004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8132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Georgia"/>
              </a:defRPr>
            </a:pPr>
            <a:r>
              <a:t>Flink Cluster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74519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911095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1.  Kafka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11095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Event-time, watermarks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350007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386583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2.  OCSF 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386583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Per-source parsers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2825495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2862071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3.  Enrich &amp; 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862071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Identity, asset, tier, IOC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3300983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3337559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4.  CEP + ML detect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337559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NFA, Sigma, baselines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3776471"/>
            <a:ext cx="2926080" cy="438912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3813047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5.  Sink fanout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813047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0C8E0"/>
                </a:solidFill>
                <a:latin typeface="Segoe UI"/>
              </a:defRPr>
            </a:pPr>
            <a:r>
              <a:t>Alerts, events, archive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2976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7A9BBE"/>
                </a:solidFill>
                <a:latin typeface="Segoe UI"/>
              </a:defRPr>
            </a:pPr>
            <a:r>
              <a:t>3-15 ms per event  ·  CEP NFA under 1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8346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1417320"/>
            <a:ext cx="2560320" cy="3200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1417320"/>
            <a:ext cx="25603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14630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192024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ClickHouse / Pinot (30-90d hot)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Vector DB / pgvector (behavioral)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Iceberg / S3 (cold archive)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32520" y="2880360"/>
            <a:ext cx="2286000" cy="12700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297180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200400"/>
            <a:ext cx="2194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SIEM / SOAR (alerts)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SOC Dashboard (real-time)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Hunt UI (SQL hunts)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ServiceNow / JIRA (ticketing)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4800600"/>
            <a:ext cx="3474720" cy="502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7280" y="4800600"/>
            <a:ext cx="54864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0160" y="4828032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Preemptive Verification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010912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Formal math model  ·  hourly + on config change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0" y="4800600"/>
            <a:ext cx="3474720" cy="502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54880" y="4800600"/>
            <a:ext cx="54864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828032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RocksDB Keyed 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010912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NVMe local + S3 incremental checkpoints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4800600"/>
            <a:ext cx="2743200" cy="5029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0" y="4800600"/>
            <a:ext cx="54864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4828032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Remediation Intelligence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5010912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C757D"/>
                </a:solidFill>
                <a:latin typeface="Segoe UI"/>
              </a:defRPr>
            </a:pPr>
            <a:r>
              <a:t>Zero-FP playbooks  ·  auto-ticketing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7280" y="544068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546811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End-to-end LOTL detection: 1-5 seconds.  Source ~100ms + Kafka ~10ms + Flink 3-15ms + alert ~50ms.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7280" y="585216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97280" y="5852160"/>
            <a:ext cx="100584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594360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Gabriel Nimbus Platform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612648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Kubernetes Orchestration  |  Object Store (S3)  |  Platform IAM  |  Big Data Analytics  |  Monitoring  |  Service Mesh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